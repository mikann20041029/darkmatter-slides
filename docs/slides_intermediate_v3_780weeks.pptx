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C00"/>
                </a:solidFill>
              </a:rPr>
              <a:t>Search for Dark Matter Annihilation Signal
in the Milky Way Halo using Fermi-LAT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Totani (2025) の手法による 20 GeV γ線過剰の再現と他天体への展開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02336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中村誠一　| 2026年度 卒業論文 中間発表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CCFF"/>
                </a:solidFill>
              </a:rPr>
              <a:t>データ: Fermi-LAT weekly photon files (Pass 8 R3 UltraClean)  |  解析期間: w009–w788 (780週 / 15年)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C00"/>
                </a:solidFill>
              </a:rPr>
              <a:t>Abstract / 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CCFF"/>
                </a:solidFill>
              </a:rPr>
              <a:t>【結論：先出し】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・Fermi-LAT 780週（15年）の全データで Totani (2025) の解析パイプラインを実装
・5成分の前景放射を順次差し引き後、NFWテンプレートフィットを実施
・Bin6（20.76 GeV）で A &gt; 0 かつ 31.0σ の有意な過剰を検出
  → Totani の報告（13–19σ）と同スケールで再現成功
・矮小銀河5天体（Draco, Sculptor など）への展開を準備中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CCFF"/>
                </a:solidFill>
              </a:rPr>
              <a:t>【発表の流れ】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1. Introduction  — DM / WIMPs / Totani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2. Methods  — データ取得・5成分差し引き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3. Results  — 残差マップ・NFWフィット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4. Discussion  — b クォーク・他天体展開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5.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ダークマター（DM）とは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・宇宙の質量の約27%を占めるが、光で見えない未知の物質
・WIMP（Weakly Interacting Massive Particle）が有力候補
・質量 mχ ≈ 100 GeV – 10 TeV、電荷ゼロ、弱い相互作用のみ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WIMPs のγ線放出（20 GeV の根拠）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χ + χ̄  →  b + b̄  →  π⁰  →  γ + γ
・mχ ≈ 0.5–0.8 TeV の場合、スペクトルピーク ≈ 20 GeV
・Cirelli et al. (2011) PPPC 4 DM ID が標準スペクトル
・bb̄チャンネルが20 GeVピークを最もよく説明する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Totani (2025) の発見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・Fermi-LAT 15年分（780週）を解析
・銀河ハロー ROI（|l|≤60°, 10°≤|b|≤60°）
・5成分差し引き後 NFW フィット
→ 20.76 GeV で 13–19σ 検出
【本研究の目標】
① 同手法を実装・再現（780週）
② 矮小銀河で同様の信号を検証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Methods (1/2) — データ取得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Fermi-LAT / Pass 8 Release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・2008年6月打ち上げ。構造：トラッカー＋カロリメータ＋ACD
・ULTRACLEANクラス：宇宙線混入を最小化した最高純度データ
・エネルギー範囲：20 MeV – 300 GeV 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データ取得パイプライン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HEASARC から週単位 FITS DL（全天球）
    ↓ フィルタ：E≥1GeV、天頂角&lt;100°
    ↓ 全天球 CSV に変換・FITS 即削除
    ↓ ROI絞りはプロット時
実績：w009–w788（780週）完了
総イベント数：39,534,267個（全天球）
ROI内：5,451,757個</a:t>
            </a:r>
          </a:p>
        </p:txBody>
      </p:sp>
      <p:pic>
        <p:nvPicPr>
          <p:cNvPr id="8" name="Picture 7" descr="skymap_bin06_20.76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77240"/>
            <a:ext cx="5943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526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Bin6（20.76 GeV）生マップ [780週 / 56,540イベント]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Methods (2/2) — 5成分の差し引き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CCFF"/>
                </a:solidFill>
              </a:rPr>
              <a:t>Step1: 等方背景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｜b｜&gt;50°の平均を全ピクセルから引く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64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CCFF"/>
                </a:solidFill>
              </a:rPr>
              <a:t>Step2: 銀河面拡散(GALPROP)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gll_iem_v07.fits を ROI に投影・最小二乗フィット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52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CCFF"/>
                </a:solidFill>
              </a:rPr>
              <a:t>Step3: 既知点源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363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4FGL-DR2（6,659源）の座標ピクセルを 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39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CCFF"/>
                </a:solidFill>
              </a:rPr>
              <a:t>Step4: フェルミバブル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239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幾何テンプレート（|l|&lt;22°, 15°&lt;|b|&lt;50°）の平均を引く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CCFF"/>
                </a:solidFill>
              </a:rPr>
              <a:t>Step5: ループ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114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中心(l=-31°,b=18°)から角距離40–70° の弧領域を引く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C00"/>
                </a:solidFill>
              </a:rPr>
              <a:t>→ 残差 ≈ DM ハロー成分</a:t>
            </a:r>
          </a:p>
        </p:txBody>
      </p:sp>
      <p:pic>
        <p:nvPicPr>
          <p:cNvPr id="15" name="Picture 14" descr="skymap_bin06_20.76GeV_all_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77240"/>
            <a:ext cx="621792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46634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全成分差し引き後 Bin6（20.76 GeV）[780週]</a:t>
            </a:r>
          </a:p>
        </p:txBody>
      </p:sp>
      <p:pic>
        <p:nvPicPr>
          <p:cNvPr id="17" name="Picture 16" descr="skymap_all13bins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074920"/>
            <a:ext cx="6217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Results — NFW フィットとスペクトル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NFW ハローフィット結果（780週）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残差マップ = A × NFW J-factor テンプレート
A &gt; 0 かつ有意 → DM ハロー検出
【主要ビン結果】
  Bin5 (12.3 GeV): A&gt;0, S/N = 2.84σ
  Bin6 (20.8 GeV): A&gt;0, S/N = 31.03σ  ← DM候補ピーク
  Bin7 (35.1 GeV): A&gt;0, S/N = 25.18σ
  Bin8 (59.2 GeV): A&gt;0, S/N = 17.23σ
Totani (2025) の 13–19σ と同スケールで再現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4444"/>
                </a:solidFill>
              </a:rPr>
              <a:t>★ Bin6で 31.03σ 検出</a:t>
            </a:r>
          </a:p>
        </p:txBody>
      </p:sp>
      <p:pic>
        <p:nvPicPr>
          <p:cNvPr id="7" name="Picture 6" descr="nfw_halo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77240"/>
            <a:ext cx="62179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49377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NFW ハロー振幅スペクトル [780週]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5349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C00"/>
                </a:solidFill>
              </a:rPr>
              <a:t>20 GeV付近で A が正に突出 → DM 候補シグナル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なぜ 20 GeV か / b クォークチャンネル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・mχ ≈ 0.5–0.8 TeV の WIMPs が bb̄ チャンネルで対消滅
・スペクトルピーク ≈ mχ/20–40 ≈ 20–40 GeV
・Cirelli et al. (2011) の標準スペクトルと一致
・他チャンネル（W⁺W⁻, τ⁺τ⁻）では 20 GeV ピーク不一致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他天体への展開（今後）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290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矮小銀河5天体（全天球 CSV から抽出済）:
  • Draco      — DM支配的、最有力ターゲット
  • Sculptor   — 光子数多く統計有利
  • Ursa Minor — J-factor 高
  • Segue 1    — 最高 J-factor 候補
  • Coma Ber.  — Fermi公式解析採用天体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4CCFF"/>
                </a:solidFill>
              </a:rPr>
              <a:t>系統誤差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① 統計手法：最小二乗法（Totani は MCMC）
② GALPROP モデル：1種のみ（複数比較が必要）
③ 露出マップ：未使用
④ 点源処理：座標マスク（Totani は PSF畳み込み）
→ 手法の差異は認識済み。卒論では近似実装として明記</a:t>
            </a:r>
          </a:p>
        </p:txBody>
      </p:sp>
      <p:pic>
        <p:nvPicPr>
          <p:cNvPr id="10" name="Picture 9" descr="skymap_all13bin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2336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C00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0080"/>
            <a:ext cx="11430000" cy="182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</a:rPr>
              <a:t>✓ パイプライン実装完了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Fermi-LAT 780週・5成分差し引き・NFWフィットを実装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4444"/>
                </a:solidFill>
              </a:rPr>
              <a:t>✓ Bin6（20.76 GeV）で 31.03σ を検出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Totani (2025) の 13–19σ と同スケール。DM候補シグナルを再現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CCFF"/>
                </a:solidFill>
              </a:rPr>
              <a:t>→ 次のステップ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7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矮小銀河5天体への同解析適用。複数天体でのDMシグナル検証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AAAAA"/>
                </a:solidFill>
              </a:rPr>
              <a:t>→ 将来展望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GALPROP複数モデル比較・露出マップ導入による精度向上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309360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Fermi-LAT データ：HEASARC (NASA)  |  Totani (2025) JCAP  |  Cirelli et al. (2011) PPPC 4 DM 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