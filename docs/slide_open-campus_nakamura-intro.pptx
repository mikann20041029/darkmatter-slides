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CC00"/>
                </a:solidFill>
                <a:latin typeface="Meiryo"/>
              </a:rPr>
              <a:t>見えない宇宙の正体を追う ― ガンマ線でダークマターを探す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44CCFF"/>
                </a:solidFill>
                <a:latin typeface="Meiryo"/>
              </a:rPr>
              <a:t>中村誠一（理学部物理学科 4年・卒業研究生）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943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Meiryo"/>
              </a:rPr>
              <a:t>・宇宙にある物質の約85%は、光を出さず正体もわからない「ダークマター」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Meiryo"/>
              </a:rPr>
              <a:t>・NASAのガンマ線天文衛星「Fermi」が15年間集めた、銀河中心方向のデータ（780週分）を解析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Meiryo"/>
              </a:rPr>
              <a:t>・ダークマター同士がぶつかって消えるときに出ると予言される「20 GeV」のガンマ線の痕跡を探索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Meiryo"/>
              </a:rPr>
              <a:t>・右の図：エネルギーごとの信号の強さを表したグラフ。20 GeV付近（オレンジの帯）だけ周りより強い信号が現れている → ダークマターからの信号の候補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CCFF"/>
                </a:solidFill>
                <a:latin typeface="Meiryo"/>
              </a:rPr>
              <a:t>→ 先行研究（Totani, 2025）が報告した信号を、自分の手で独立に再現・検証している</a:t>
            </a:r>
          </a:p>
        </p:txBody>
      </p:sp>
      <p:pic>
        <p:nvPicPr>
          <p:cNvPr id="6" name="Picture 5" descr="nfw_halo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5120640" cy="36550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5346642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AAAA"/>
                </a:solidFill>
                <a:latin typeface="Meiryo"/>
              </a:rPr>
              <a:t>図: ガンマ線の強さをエネルギーごとに並べたグラフ。横軸がエネルギー、縦軸が信号の強さ。オレンジの帯（20 GeV付近）だけ突出して高い値を示しており、ダークマター同士の対消滅で生じる信号と矛盾しない。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