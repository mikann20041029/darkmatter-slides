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28602-DADF-4A12-9718-18B16E5CE366}" v="1" dt="2026-10-05T03:38:29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7" autoAdjust="0"/>
    <p:restoredTop sz="87876" autoAdjust="0"/>
  </p:normalViewPr>
  <p:slideViewPr>
    <p:cSldViewPr snapToGrid="0" showGuides="1">
      <p:cViewPr varScale="1">
        <p:scale>
          <a:sx n="88" d="100"/>
          <a:sy n="88" d="100"/>
        </p:scale>
        <p:origin x="63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6/11/relationships/changesInfo" Target="changesInfos/changesInfo1.xml"/><Relationship Id="rId5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02304239" userId="ab1adf7a-b8eb-4038-b404-de23e20d8a3a" providerId="ADAL" clId="{6C0E59ED-D716-49AF-B2FA-B94E7B8E5A8C}"/>
    <pc:docChg chg="undo custSel addSld delSld modSld sldOrd">
      <pc:chgData name="202304239" userId="ab1adf7a-b8eb-4038-b404-de23e20d8a3a" providerId="ADAL" clId="{6C0E59ED-D716-49AF-B2FA-B94E7B8E5A8C}" dt="2026-10-05T05:57:59.931" v="864" actId="20577"/>
      <pc:docMkLst>
        <pc:docMk/>
      </pc:docMkLst>
      <pc:sldChg chg="modSp mod">
        <pc:chgData name="202304239" userId="ab1adf7a-b8eb-4038-b404-de23e20d8a3a" providerId="ADAL" clId="{6C0E59ED-D716-49AF-B2FA-B94E7B8E5A8C}" dt="2026-10-02T01:41:32.636" v="29" actId="20577"/>
        <pc:sldMkLst>
          <pc:docMk/>
          <pc:sldMk cId="0" sldId="257"/>
        </pc:sldMkLst>
        <pc:spChg chg="mod">
          <ac:chgData name="202304239" userId="ab1adf7a-b8eb-4038-b404-de23e20d8a3a" providerId="ADAL" clId="{6C0E59ED-D716-49AF-B2FA-B94E7B8E5A8C}" dt="2026-10-02T01:41:32.636" v="29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202304239" userId="ab1adf7a-b8eb-4038-b404-de23e20d8a3a" providerId="ADAL" clId="{6C0E59ED-D716-49AF-B2FA-B94E7B8E5A8C}" dt="2026-10-02T01:15:41.310" v="14" actId="1076"/>
        <pc:sldMkLst>
          <pc:docMk/>
          <pc:sldMk cId="0" sldId="258"/>
        </pc:sldMkLst>
        <pc:spChg chg="mod">
          <ac:chgData name="202304239" userId="ab1adf7a-b8eb-4038-b404-de23e20d8a3a" providerId="ADAL" clId="{6C0E59ED-D716-49AF-B2FA-B94E7B8E5A8C}" dt="2026-10-02T01:15:41.310" v="14" actId="1076"/>
          <ac:spMkLst>
            <pc:docMk/>
            <pc:sldMk cId="0" sldId="258"/>
            <ac:spMk id="7" creationId="{0C0F810D-B137-252F-B137-69AD8335E4B7}"/>
          </ac:spMkLst>
        </pc:spChg>
      </pc:sldChg>
      <pc:sldChg chg="modSp mod">
        <pc:chgData name="202304239" userId="ab1adf7a-b8eb-4038-b404-de23e20d8a3a" providerId="ADAL" clId="{6C0E59ED-D716-49AF-B2FA-B94E7B8E5A8C}" dt="2026-10-05T03:38:03.028" v="92" actId="20577"/>
        <pc:sldMkLst>
          <pc:docMk/>
          <pc:sldMk cId="0" sldId="259"/>
        </pc:sldMkLst>
        <pc:spChg chg="mod">
          <ac:chgData name="202304239" userId="ab1adf7a-b8eb-4038-b404-de23e20d8a3a" providerId="ADAL" clId="{6C0E59ED-D716-49AF-B2FA-B94E7B8E5A8C}" dt="2026-10-05T03:38:03.028" v="9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202304239" userId="ab1adf7a-b8eb-4038-b404-de23e20d8a3a" providerId="ADAL" clId="{6C0E59ED-D716-49AF-B2FA-B94E7B8E5A8C}" dt="2026-10-05T05:17:02.100" v="689" actId="5793"/>
        <pc:sldMkLst>
          <pc:docMk/>
          <pc:sldMk cId="0" sldId="261"/>
        </pc:sldMkLst>
        <pc:spChg chg="mod">
          <ac:chgData name="202304239" userId="ab1adf7a-b8eb-4038-b404-de23e20d8a3a" providerId="ADAL" clId="{6C0E59ED-D716-49AF-B2FA-B94E7B8E5A8C}" dt="2026-10-05T05:17:02.100" v="689" actId="5793"/>
          <ac:spMkLst>
            <pc:docMk/>
            <pc:sldMk cId="0" sldId="261"/>
            <ac:spMk id="3" creationId="{00000000-0000-0000-0000-000000000000}"/>
          </ac:spMkLst>
        </pc:spChg>
      </pc:sldChg>
      <pc:sldChg chg="delSp modSp mod">
        <pc:chgData name="202304239" userId="ab1adf7a-b8eb-4038-b404-de23e20d8a3a" providerId="ADAL" clId="{6C0E59ED-D716-49AF-B2FA-B94E7B8E5A8C}" dt="2026-10-05T04:15:26.124" v="351" actId="20577"/>
        <pc:sldMkLst>
          <pc:docMk/>
          <pc:sldMk cId="0" sldId="263"/>
        </pc:sldMkLst>
        <pc:spChg chg="mod">
          <ac:chgData name="202304239" userId="ab1adf7a-b8eb-4038-b404-de23e20d8a3a" providerId="ADAL" clId="{6C0E59ED-D716-49AF-B2FA-B94E7B8E5A8C}" dt="2026-10-05T04:15:26.124" v="351" actId="20577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202304239" userId="ab1adf7a-b8eb-4038-b404-de23e20d8a3a" providerId="ADAL" clId="{6C0E59ED-D716-49AF-B2FA-B94E7B8E5A8C}" dt="2026-10-05T04:13:08.928" v="327" actId="478"/>
          <ac:spMkLst>
            <pc:docMk/>
            <pc:sldMk cId="0" sldId="263"/>
            <ac:spMk id="8" creationId="{F85CD606-E3CE-F314-B3EE-F3D7028115CB}"/>
          </ac:spMkLst>
        </pc:spChg>
      </pc:sldChg>
      <pc:sldChg chg="modSp mod">
        <pc:chgData name="202304239" userId="ab1adf7a-b8eb-4038-b404-de23e20d8a3a" providerId="ADAL" clId="{6C0E59ED-D716-49AF-B2FA-B94E7B8E5A8C}" dt="2026-10-05T05:26:33.852" v="737" actId="20577"/>
        <pc:sldMkLst>
          <pc:docMk/>
          <pc:sldMk cId="0" sldId="265"/>
        </pc:sldMkLst>
        <pc:spChg chg="mod">
          <ac:chgData name="202304239" userId="ab1adf7a-b8eb-4038-b404-de23e20d8a3a" providerId="ADAL" clId="{6C0E59ED-D716-49AF-B2FA-B94E7B8E5A8C}" dt="2026-10-05T05:26:33.852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202304239" userId="ab1adf7a-b8eb-4038-b404-de23e20d8a3a" providerId="ADAL" clId="{6C0E59ED-D716-49AF-B2FA-B94E7B8E5A8C}" dt="2026-10-05T05:25:57.940" v="719" actId="14100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202304239" userId="ab1adf7a-b8eb-4038-b404-de23e20d8a3a" providerId="ADAL" clId="{6C0E59ED-D716-49AF-B2FA-B94E7B8E5A8C}" dt="2026-10-05T05:54:05.449" v="781" actId="20577"/>
        <pc:sldMkLst>
          <pc:docMk/>
          <pc:sldMk cId="0" sldId="266"/>
        </pc:sldMkLst>
        <pc:spChg chg="mod">
          <ac:chgData name="202304239" userId="ab1adf7a-b8eb-4038-b404-de23e20d8a3a" providerId="ADAL" clId="{6C0E59ED-D716-49AF-B2FA-B94E7B8E5A8C}" dt="2026-10-05T05:54:05.449" v="781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202304239" userId="ab1adf7a-b8eb-4038-b404-de23e20d8a3a" providerId="ADAL" clId="{6C0E59ED-D716-49AF-B2FA-B94E7B8E5A8C}" dt="2026-10-05T05:54:48.411" v="799" actId="20577"/>
        <pc:sldMkLst>
          <pc:docMk/>
          <pc:sldMk cId="0" sldId="267"/>
        </pc:sldMkLst>
        <pc:spChg chg="mod">
          <ac:chgData name="202304239" userId="ab1adf7a-b8eb-4038-b404-de23e20d8a3a" providerId="ADAL" clId="{6C0E59ED-D716-49AF-B2FA-B94E7B8E5A8C}" dt="2026-10-05T05:54:48.411" v="799" actId="20577"/>
          <ac:spMkLst>
            <pc:docMk/>
            <pc:sldMk cId="0" sldId="267"/>
            <ac:spMk id="2" creationId="{00000000-0000-0000-0000-000000000000}"/>
          </ac:spMkLst>
        </pc:spChg>
      </pc:sldChg>
      <pc:sldChg chg="ord">
        <pc:chgData name="202304239" userId="ab1adf7a-b8eb-4038-b404-de23e20d8a3a" providerId="ADAL" clId="{6C0E59ED-D716-49AF-B2FA-B94E7B8E5A8C}" dt="2026-10-05T05:30:57.405" v="739"/>
        <pc:sldMkLst>
          <pc:docMk/>
          <pc:sldMk cId="0" sldId="269"/>
        </pc:sldMkLst>
      </pc:sldChg>
      <pc:sldChg chg="ord">
        <pc:chgData name="202304239" userId="ab1adf7a-b8eb-4038-b404-de23e20d8a3a" providerId="ADAL" clId="{6C0E59ED-D716-49AF-B2FA-B94E7B8E5A8C}" dt="2026-10-05T05:39:41.974" v="743"/>
        <pc:sldMkLst>
          <pc:docMk/>
          <pc:sldMk cId="0" sldId="275"/>
        </pc:sldMkLst>
      </pc:sldChg>
      <pc:sldChg chg="delSp mod">
        <pc:chgData name="202304239" userId="ab1adf7a-b8eb-4038-b404-de23e20d8a3a" providerId="ADAL" clId="{6C0E59ED-D716-49AF-B2FA-B94E7B8E5A8C}" dt="2026-10-05T05:40:15.426" v="744" actId="478"/>
        <pc:sldMkLst>
          <pc:docMk/>
          <pc:sldMk cId="0" sldId="276"/>
        </pc:sldMkLst>
        <pc:spChg chg="del">
          <ac:chgData name="202304239" userId="ab1adf7a-b8eb-4038-b404-de23e20d8a3a" providerId="ADAL" clId="{6C0E59ED-D716-49AF-B2FA-B94E7B8E5A8C}" dt="2026-10-05T05:40:15.426" v="744" actId="478"/>
          <ac:spMkLst>
            <pc:docMk/>
            <pc:sldMk cId="0" sldId="276"/>
            <ac:spMk id="8" creationId="{F85CD606-E3CE-F314-B3EE-F3D7028115CB}"/>
          </ac:spMkLst>
        </pc:spChg>
      </pc:sldChg>
      <pc:sldChg chg="modSp mod">
        <pc:chgData name="202304239" userId="ab1adf7a-b8eb-4038-b404-de23e20d8a3a" providerId="ADAL" clId="{6C0E59ED-D716-49AF-B2FA-B94E7B8E5A8C}" dt="2026-10-05T05:57:59.931" v="864" actId="20577"/>
        <pc:sldMkLst>
          <pc:docMk/>
          <pc:sldMk cId="0" sldId="283"/>
        </pc:sldMkLst>
        <pc:spChg chg="mod">
          <ac:chgData name="202304239" userId="ab1adf7a-b8eb-4038-b404-de23e20d8a3a" providerId="ADAL" clId="{6C0E59ED-D716-49AF-B2FA-B94E7B8E5A8C}" dt="2026-10-05T05:57:59.931" v="864" actId="20577"/>
          <ac:spMkLst>
            <pc:docMk/>
            <pc:sldMk cId="0" sldId="283"/>
            <ac:spMk id="2" creationId="{00000000-0000-0000-0000-000000000000}"/>
          </ac:spMkLst>
        </pc:spChg>
      </pc:sldChg>
      <pc:sldChg chg="delSp modSp mod">
        <pc:chgData name="202304239" userId="ab1adf7a-b8eb-4038-b404-de23e20d8a3a" providerId="ADAL" clId="{6C0E59ED-D716-49AF-B2FA-B94E7B8E5A8C}" dt="2026-10-05T05:16:45.639" v="688" actId="478"/>
        <pc:sldMkLst>
          <pc:docMk/>
          <pc:sldMk cId="0" sldId="294"/>
        </pc:sldMkLst>
        <pc:spChg chg="mod">
          <ac:chgData name="202304239" userId="ab1adf7a-b8eb-4038-b404-de23e20d8a3a" providerId="ADAL" clId="{6C0E59ED-D716-49AF-B2FA-B94E7B8E5A8C}" dt="2026-10-05T03:49:46.800" v="146" actId="20577"/>
          <ac:spMkLst>
            <pc:docMk/>
            <pc:sldMk cId="0" sldId="294"/>
            <ac:spMk id="3" creationId="{00000000-0000-0000-0000-000000000000}"/>
          </ac:spMkLst>
        </pc:spChg>
        <pc:spChg chg="del">
          <ac:chgData name="202304239" userId="ab1adf7a-b8eb-4038-b404-de23e20d8a3a" providerId="ADAL" clId="{6C0E59ED-D716-49AF-B2FA-B94E7B8E5A8C}" dt="2026-10-05T05:16:45.639" v="688" actId="478"/>
          <ac:spMkLst>
            <pc:docMk/>
            <pc:sldMk cId="0" sldId="294"/>
            <ac:spMk id="8" creationId="{F85CD606-E3CE-F314-B3EE-F3D7028115CB}"/>
          </ac:spMkLst>
        </pc:spChg>
      </pc:sldChg>
      <pc:sldChg chg="addSp modSp mod">
        <pc:chgData name="202304239" userId="ab1adf7a-b8eb-4038-b404-de23e20d8a3a" providerId="ADAL" clId="{6C0E59ED-D716-49AF-B2FA-B94E7B8E5A8C}" dt="2026-10-05T03:51:16.698" v="185" actId="20577"/>
        <pc:sldMkLst>
          <pc:docMk/>
          <pc:sldMk cId="0" sldId="295"/>
        </pc:sldMkLst>
        <pc:spChg chg="mod">
          <ac:chgData name="202304239" userId="ab1adf7a-b8eb-4038-b404-de23e20d8a3a" providerId="ADAL" clId="{6C0E59ED-D716-49AF-B2FA-B94E7B8E5A8C}" dt="2026-10-05T03:51:16.698" v="185" actId="20577"/>
          <ac:spMkLst>
            <pc:docMk/>
            <pc:sldMk cId="0" sldId="295"/>
            <ac:spMk id="2" creationId="{00000000-0000-0000-0000-000000000000}"/>
          </ac:spMkLst>
        </pc:spChg>
        <pc:picChg chg="add mod">
          <ac:chgData name="202304239" userId="ab1adf7a-b8eb-4038-b404-de23e20d8a3a" providerId="ADAL" clId="{6C0E59ED-D716-49AF-B2FA-B94E7B8E5A8C}" dt="2026-10-03T04:13:39.011" v="59" actId="27614"/>
          <ac:picMkLst>
            <pc:docMk/>
            <pc:sldMk cId="0" sldId="295"/>
            <ac:picMk id="5" creationId="{960CE5B3-4BC1-0B00-D670-CAC2F1397BD5}"/>
          </ac:picMkLst>
        </pc:picChg>
      </pc:sldChg>
      <pc:sldChg chg="addSp delSp modSp mod">
        <pc:chgData name="202304239" userId="ab1adf7a-b8eb-4038-b404-de23e20d8a3a" providerId="ADAL" clId="{6C0E59ED-D716-49AF-B2FA-B94E7B8E5A8C}" dt="2026-10-03T04:16:37.708" v="74" actId="14100"/>
        <pc:sldMkLst>
          <pc:docMk/>
          <pc:sldMk cId="0" sldId="296"/>
        </pc:sldMkLst>
        <pc:spChg chg="mod">
          <ac:chgData name="202304239" userId="ab1adf7a-b8eb-4038-b404-de23e20d8a3a" providerId="ADAL" clId="{6C0E59ED-D716-49AF-B2FA-B94E7B8E5A8C}" dt="2026-10-03T04:16:37.708" v="74" actId="14100"/>
          <ac:spMkLst>
            <pc:docMk/>
            <pc:sldMk cId="0" sldId="296"/>
            <ac:spMk id="3" creationId="{00000000-0000-0000-0000-000000000000}"/>
          </ac:spMkLst>
        </pc:spChg>
        <pc:picChg chg="add mod">
          <ac:chgData name="202304239" userId="ab1adf7a-b8eb-4038-b404-de23e20d8a3a" providerId="ADAL" clId="{6C0E59ED-D716-49AF-B2FA-B94E7B8E5A8C}" dt="2026-10-03T04:16:30.783" v="72" actId="1076"/>
          <ac:picMkLst>
            <pc:docMk/>
            <pc:sldMk cId="0" sldId="296"/>
            <ac:picMk id="7" creationId="{DBE7D927-8B33-8CDB-1BC3-DBD46AE4DF3A}"/>
          </ac:picMkLst>
        </pc:picChg>
      </pc:sldChg>
      <pc:sldChg chg="addSp modSp mod">
        <pc:chgData name="202304239" userId="ab1adf7a-b8eb-4038-b404-de23e20d8a3a" providerId="ADAL" clId="{6C0E59ED-D716-49AF-B2FA-B94E7B8E5A8C}" dt="2026-10-05T05:09:57.079" v="571" actId="1076"/>
        <pc:sldMkLst>
          <pc:docMk/>
          <pc:sldMk cId="0" sldId="297"/>
        </pc:sldMkLst>
        <pc:picChg chg="add mod">
          <ac:chgData name="202304239" userId="ab1adf7a-b8eb-4038-b404-de23e20d8a3a" providerId="ADAL" clId="{6C0E59ED-D716-49AF-B2FA-B94E7B8E5A8C}" dt="2026-10-05T05:09:57.079" v="571" actId="1076"/>
          <ac:picMkLst>
            <pc:docMk/>
            <pc:sldMk cId="0" sldId="297"/>
            <ac:picMk id="5" creationId="{A90FDE7D-1E04-5388-2EF9-2BF6180BCFE4}"/>
          </ac:picMkLst>
        </pc:picChg>
      </pc:sldChg>
      <pc:sldChg chg="addSp delSp modSp mod">
        <pc:chgData name="202304239" userId="ab1adf7a-b8eb-4038-b404-de23e20d8a3a" providerId="ADAL" clId="{6C0E59ED-D716-49AF-B2FA-B94E7B8E5A8C}" dt="2026-10-05T05:18:16.321" v="690" actId="478"/>
        <pc:sldMkLst>
          <pc:docMk/>
          <pc:sldMk cId="0" sldId="299"/>
        </pc:sldMkLst>
        <pc:spChg chg="del">
          <ac:chgData name="202304239" userId="ab1adf7a-b8eb-4038-b404-de23e20d8a3a" providerId="ADAL" clId="{6C0E59ED-D716-49AF-B2FA-B94E7B8E5A8C}" dt="2026-10-05T05:18:16.321" v="690" actId="478"/>
          <ac:spMkLst>
            <pc:docMk/>
            <pc:sldMk cId="0" sldId="299"/>
            <ac:spMk id="8" creationId="{F85CD606-E3CE-F314-B3EE-F3D7028115CB}"/>
          </ac:spMkLst>
        </pc:spChg>
        <pc:picChg chg="add mod">
          <ac:chgData name="202304239" userId="ab1adf7a-b8eb-4038-b404-de23e20d8a3a" providerId="ADAL" clId="{6C0E59ED-D716-49AF-B2FA-B94E7B8E5A8C}" dt="2026-10-03T06:10:08.014" v="80" actId="27614"/>
          <ac:picMkLst>
            <pc:docMk/>
            <pc:sldMk cId="0" sldId="299"/>
            <ac:picMk id="5" creationId="{4380DBC0-9AA7-8727-D6C3-C05AE0BF39C9}"/>
          </ac:picMkLst>
        </pc:picChg>
      </pc:sldChg>
      <pc:sldChg chg="addSp delSp modSp mod">
        <pc:chgData name="202304239" userId="ab1adf7a-b8eb-4038-b404-de23e20d8a3a" providerId="ADAL" clId="{6C0E59ED-D716-49AF-B2FA-B94E7B8E5A8C}" dt="2026-10-03T06:10:09.262" v="81" actId="478"/>
        <pc:sldMkLst>
          <pc:docMk/>
          <pc:sldMk cId="0" sldId="300"/>
        </pc:sldMkLst>
      </pc:sldChg>
      <pc:sldChg chg="addSp modSp mod">
        <pc:chgData name="202304239" userId="ab1adf7a-b8eb-4038-b404-de23e20d8a3a" providerId="ADAL" clId="{6C0E59ED-D716-49AF-B2FA-B94E7B8E5A8C}" dt="2026-10-05T03:47:04.200" v="139" actId="1076"/>
        <pc:sldMkLst>
          <pc:docMk/>
          <pc:sldMk cId="0" sldId="308"/>
        </pc:sldMkLst>
        <pc:spChg chg="mod">
          <ac:chgData name="202304239" userId="ab1adf7a-b8eb-4038-b404-de23e20d8a3a" providerId="ADAL" clId="{6C0E59ED-D716-49AF-B2FA-B94E7B8E5A8C}" dt="2026-10-05T03:47:04.200" v="139" actId="1076"/>
          <ac:spMkLst>
            <pc:docMk/>
            <pc:sldMk cId="0" sldId="308"/>
            <ac:spMk id="3" creationId="{00000000-0000-0000-0000-000000000000}"/>
          </ac:spMkLst>
        </pc:spChg>
        <pc:spChg chg="add ord">
          <ac:chgData name="202304239" userId="ab1adf7a-b8eb-4038-b404-de23e20d8a3a" providerId="ADAL" clId="{6C0E59ED-D716-49AF-B2FA-B94E7B8E5A8C}" dt="2026-10-05T03:46:28.757" v="136" actId="167"/>
          <ac:spMkLst>
            <pc:docMk/>
            <pc:sldMk cId="0" sldId="308"/>
            <ac:spMk id="4" creationId="{07B93427-A0EC-CAF4-55EC-F54270438D49}"/>
          </ac:spMkLst>
        </pc:spChg>
      </pc:sldChg>
      <pc:sldChg chg="ord">
        <pc:chgData name="202304239" userId="ab1adf7a-b8eb-4038-b404-de23e20d8a3a" providerId="ADAL" clId="{6C0E59ED-D716-49AF-B2FA-B94E7B8E5A8C}" dt="2026-10-05T05:25:41.089" v="718"/>
        <pc:sldMkLst>
          <pc:docMk/>
          <pc:sldMk cId="0" sldId="311"/>
        </pc:sldMkLst>
      </pc:sldChg>
      <pc:sldChg chg="modSp mod">
        <pc:chgData name="202304239" userId="ab1adf7a-b8eb-4038-b404-de23e20d8a3a" providerId="ADAL" clId="{6C0E59ED-D716-49AF-B2FA-B94E7B8E5A8C}" dt="2026-10-05T03:40:28.584" v="94" actId="20577"/>
        <pc:sldMkLst>
          <pc:docMk/>
          <pc:sldMk cId="0" sldId="312"/>
        </pc:sldMkLst>
        <pc:spChg chg="mod">
          <ac:chgData name="202304239" userId="ab1adf7a-b8eb-4038-b404-de23e20d8a3a" providerId="ADAL" clId="{6C0E59ED-D716-49AF-B2FA-B94E7B8E5A8C}" dt="2026-10-05T03:40:28.584" v="94" actId="20577"/>
          <ac:spMkLst>
            <pc:docMk/>
            <pc:sldMk cId="0" sldId="312"/>
            <ac:spMk id="2" creationId="{00000000-0000-0000-0000-000000000000}"/>
          </ac:spMkLst>
        </pc:spChg>
      </pc:sldChg>
      <pc:sldChg chg="ord">
        <pc:chgData name="202304239" userId="ab1adf7a-b8eb-4038-b404-de23e20d8a3a" providerId="ADAL" clId="{6C0E59ED-D716-49AF-B2FA-B94E7B8E5A8C}" dt="2026-10-05T05:32:32.607" v="741"/>
        <pc:sldMkLst>
          <pc:docMk/>
          <pc:sldMk cId="0" sldId="313"/>
        </pc:sldMkLst>
      </pc:sldChg>
      <pc:sldChg chg="modSp mod">
        <pc:chgData name="202304239" userId="ab1adf7a-b8eb-4038-b404-de23e20d8a3a" providerId="ADAL" clId="{6C0E59ED-D716-49AF-B2FA-B94E7B8E5A8C}" dt="2026-10-05T05:50:29.564" v="745" actId="6549"/>
        <pc:sldMkLst>
          <pc:docMk/>
          <pc:sldMk cId="0" sldId="315"/>
        </pc:sldMkLst>
        <pc:spChg chg="mod">
          <ac:chgData name="202304239" userId="ab1adf7a-b8eb-4038-b404-de23e20d8a3a" providerId="ADAL" clId="{6C0E59ED-D716-49AF-B2FA-B94E7B8E5A8C}" dt="2026-10-05T05:22:49.521" v="716" actId="113"/>
          <ac:spMkLst>
            <pc:docMk/>
            <pc:sldMk cId="0" sldId="315"/>
            <ac:spMk id="2" creationId="{00000000-0000-0000-0000-000000000000}"/>
          </ac:spMkLst>
        </pc:spChg>
        <pc:spChg chg="mod">
          <ac:chgData name="202304239" userId="ab1adf7a-b8eb-4038-b404-de23e20d8a3a" providerId="ADAL" clId="{6C0E59ED-D716-49AF-B2FA-B94E7B8E5A8C}" dt="2026-10-05T05:50:29.564" v="745" actId="6549"/>
          <ac:spMkLst>
            <pc:docMk/>
            <pc:sldMk cId="0" sldId="315"/>
            <ac:spMk id="4" creationId="{00000000-0000-0000-0000-000000000000}"/>
          </ac:spMkLst>
        </pc:spChg>
      </pc:sldChg>
      <pc:sldChg chg="del">
        <pc:chgData name="202304239" userId="ab1adf7a-b8eb-4038-b404-de23e20d8a3a" providerId="ADAL" clId="{6C0E59ED-D716-49AF-B2FA-B94E7B8E5A8C}" dt="2026-10-05T04:15:43.044" v="352" actId="47"/>
        <pc:sldMkLst>
          <pc:docMk/>
          <pc:sldMk cId="0" sldId="316"/>
        </pc:sldMkLst>
      </pc:sldChg>
      <pc:sldChg chg="addSp modSp new mod ord">
        <pc:chgData name="202304239" userId="ab1adf7a-b8eb-4038-b404-de23e20d8a3a" providerId="ADAL" clId="{6C0E59ED-D716-49AF-B2FA-B94E7B8E5A8C}" dt="2026-10-05T05:14:34.606" v="687" actId="20577"/>
        <pc:sldMkLst>
          <pc:docMk/>
          <pc:sldMk cId="714849090" sldId="317"/>
        </pc:sldMkLst>
        <pc:spChg chg="mod">
          <ac:chgData name="202304239" userId="ab1adf7a-b8eb-4038-b404-de23e20d8a3a" providerId="ADAL" clId="{6C0E59ED-D716-49AF-B2FA-B94E7B8E5A8C}" dt="2026-10-05T04:09:31.106" v="295" actId="1076"/>
          <ac:spMkLst>
            <pc:docMk/>
            <pc:sldMk cId="714849090" sldId="317"/>
            <ac:spMk id="9" creationId="{00000000-0000-0000-0000-000000000000}"/>
          </ac:spMkLst>
        </pc:spChg>
        <pc:spChg chg="add mod">
          <ac:chgData name="202304239" userId="ab1adf7a-b8eb-4038-b404-de23e20d8a3a" providerId="ADAL" clId="{6C0E59ED-D716-49AF-B2FA-B94E7B8E5A8C}" dt="2026-10-05T04:16:45.835" v="354" actId="1076"/>
          <ac:spMkLst>
            <pc:docMk/>
            <pc:sldMk cId="714849090" sldId="317"/>
            <ac:spMk id="11" creationId="{54EEC75A-A1BF-4B87-31AF-F8D21C7F155D}"/>
          </ac:spMkLst>
        </pc:spChg>
        <pc:spChg chg="add mod">
          <ac:chgData name="202304239" userId="ab1adf7a-b8eb-4038-b404-de23e20d8a3a" providerId="ADAL" clId="{6C0E59ED-D716-49AF-B2FA-B94E7B8E5A8C}" dt="2026-10-05T04:19:25.041" v="509" actId="1076"/>
          <ac:spMkLst>
            <pc:docMk/>
            <pc:sldMk cId="714849090" sldId="317"/>
            <ac:spMk id="13" creationId="{E198F735-7ED1-C6E3-B5DD-7E35C7F9775E}"/>
          </ac:spMkLst>
        </pc:spChg>
        <pc:spChg chg="add mod">
          <ac:chgData name="202304239" userId="ab1adf7a-b8eb-4038-b404-de23e20d8a3a" providerId="ADAL" clId="{6C0E59ED-D716-49AF-B2FA-B94E7B8E5A8C}" dt="2026-10-05T04:19:25.041" v="509" actId="1076"/>
          <ac:spMkLst>
            <pc:docMk/>
            <pc:sldMk cId="714849090" sldId="317"/>
            <ac:spMk id="15" creationId="{23677353-82B3-89C2-CBEC-1909E56DA99B}"/>
          </ac:spMkLst>
        </pc:spChg>
        <pc:spChg chg="add mod">
          <ac:chgData name="202304239" userId="ab1adf7a-b8eb-4038-b404-de23e20d8a3a" providerId="ADAL" clId="{6C0E59ED-D716-49AF-B2FA-B94E7B8E5A8C}" dt="2026-10-05T04:19:25.041" v="509" actId="1076"/>
          <ac:spMkLst>
            <pc:docMk/>
            <pc:sldMk cId="714849090" sldId="317"/>
            <ac:spMk id="17" creationId="{DF60EA9B-3568-50AE-F318-5AEA0A94F1C2}"/>
          </ac:spMkLst>
        </pc:spChg>
        <pc:spChg chg="add mod">
          <ac:chgData name="202304239" userId="ab1adf7a-b8eb-4038-b404-de23e20d8a3a" providerId="ADAL" clId="{6C0E59ED-D716-49AF-B2FA-B94E7B8E5A8C}" dt="2026-10-05T05:10:29.441" v="578" actId="20577"/>
          <ac:spMkLst>
            <pc:docMk/>
            <pc:sldMk cId="714849090" sldId="317"/>
            <ac:spMk id="19" creationId="{6D1ECAA1-9C93-8B93-42E6-5DEB46F41128}"/>
          </ac:spMkLst>
        </pc:spChg>
        <pc:spChg chg="add mod">
          <ac:chgData name="202304239" userId="ab1adf7a-b8eb-4038-b404-de23e20d8a3a" providerId="ADAL" clId="{6C0E59ED-D716-49AF-B2FA-B94E7B8E5A8C}" dt="2026-10-05T05:14:34.606" v="687" actId="20577"/>
          <ac:spMkLst>
            <pc:docMk/>
            <pc:sldMk cId="714849090" sldId="317"/>
            <ac:spMk id="21" creationId="{88A0B93D-F931-0B83-FEA8-D265EBDE0153}"/>
          </ac:spMkLst>
        </pc:spChg>
        <pc:spChg chg="add mod">
          <ac:chgData name="202304239" userId="ab1adf7a-b8eb-4038-b404-de23e20d8a3a" providerId="ADAL" clId="{6C0E59ED-D716-49AF-B2FA-B94E7B8E5A8C}" dt="2026-10-05T05:14:19.840" v="667" actId="208"/>
          <ac:spMkLst>
            <pc:docMk/>
            <pc:sldMk cId="714849090" sldId="317"/>
            <ac:spMk id="22" creationId="{4090149A-27C3-A32F-1A55-9F13A204AF79}"/>
          </ac:spMkLst>
        </pc:spChg>
      </pc:sldChg>
      <pc:sldChg chg="modSp mod">
        <pc:chgData name="202304239" userId="ab1adf7a-b8eb-4038-b404-de23e20d8a3a" providerId="ADAL" clId="{6C0E59ED-D716-49AF-B2FA-B94E7B8E5A8C}" dt="2026-10-05T05:57:08.514" v="853" actId="20577"/>
        <pc:sldMkLst>
          <pc:docMk/>
          <pc:sldMk cId="0" sldId="318"/>
        </pc:sldMkLst>
        <pc:spChg chg="mod">
          <ac:chgData name="202304239" userId="ab1adf7a-b8eb-4038-b404-de23e20d8a3a" providerId="ADAL" clId="{6C0E59ED-D716-49AF-B2FA-B94E7B8E5A8C}" dt="2026-10-05T05:55:47.274" v="805" actId="404"/>
          <ac:spMkLst>
            <pc:docMk/>
            <pc:sldMk cId="0" sldId="318"/>
            <ac:spMk id="2" creationId="{00000000-0000-0000-0000-000000000000}"/>
          </ac:spMkLst>
        </pc:spChg>
        <pc:spChg chg="mod">
          <ac:chgData name="202304239" userId="ab1adf7a-b8eb-4038-b404-de23e20d8a3a" providerId="ADAL" clId="{6C0E59ED-D716-49AF-B2FA-B94E7B8E5A8C}" dt="2026-10-05T05:57:08.514" v="853" actId="20577"/>
          <ac:spMkLst>
            <pc:docMk/>
            <pc:sldMk cId="0" sldId="318"/>
            <ac:spMk id="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4FD46-9C41-4E77-8212-EE695A2FE52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7160C-44A9-423E-AA11-6BCE5A9F4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96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計算: code/slides_1009/q1_calc.py。元の 23 か所 × ビン 2〜10 = 207 個。平均 +0.082 (場所単位の誤差 ±0.14)、標準偏差 1.183。|σ|&gt;1: 実測 42.5% / 理論 31.7% / 1.19 で割ると 32.4%。|σ|&gt;2: 10.6% / 4.6% / 4.8%。平均を引いても 10.1%。置き方を変えて 92 か所 (828 個) にすると、平均 −0.115 (±0.06)、標準偏差 1.14、|σ|&gt;2 は 8.2% → 1.19 で割ると 4.0%。少し負にずれているが、ずれ (0.1) より広がり (1.14 倍) の方がずっと大きい。広がる理由: 型紙が空と完全には合わないので、合わない部分 (でこぼこ) をハローの係数が拾う。でこぼこは場所によって明るい側にも暗い側にも出るので、σ はプラスにもマイナスにも振れる (＝幅が広がる)。一方向にずれるわけではない。教授の『1.2σ 以下は証拠でないと書く』案: 1.2 は σ の値ではなく、σ が何倍に膨らんだかの倍率なので、そう書くと意味が変わる。限界: 207 個では 3σ くらいまでしか確かめられない。17σ でも同じ 1.19 倍かは仮定。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76288-565A-D277-27A2-31243F13E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3E5DD-02A7-53C2-5F65-A24E78E50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7448F-53E1-82D6-3186-80CB26BE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58DBF-37D4-0C0A-D875-CDA3514B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F6FE9-2529-E8D0-EFC0-D1A342E8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96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8816-D339-2660-A9A0-5774693A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48F07-F7C1-5531-8C5A-F5CF2C857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B3059-FFBB-C324-B03E-02573AB5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9ECE3-87D5-740C-32C6-62893CC5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3D2D-B749-AF92-45C7-05E5EC69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0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B5EB-37AD-0723-7BE7-20F99181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D4187-8E02-B2B5-E4C9-6D7011624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6CE90-C1E2-6986-0B63-63E8B1E5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5E9B0-CE6D-032D-6845-E8133D32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3E5FE-C493-094D-EFE2-A6727E9E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4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7549-3F9D-6C11-B2F1-1D7523B6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3F2B-3014-BE4C-4C81-08CAECAA3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67272-2ACA-EC6E-9436-B1B5CF583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26295-694B-7554-218D-7BD3CACD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2543D-8122-939F-3C1F-39B89D25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8A527-B1D7-E4BC-7D31-148F1F7C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3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1425-E27D-BE8E-B111-4022A019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573FB-B9E2-F6D6-9264-A030FE48B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2C888-7C66-C35B-7532-1721C239A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DC823-C9B1-4252-E72C-9616EE7B0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94EF5-DB06-D6C3-1030-67C290A7D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E5A5D-7C36-7BF9-D849-823422836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F2F8A-993F-C373-6FCB-BE41E6036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2FAC1-0DFD-063F-B482-E85A1DDE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0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FC34-CCA0-BC3B-4EE5-57FA07F2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7C0BD-2F65-4F9D-8138-332F359F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42395-5A90-0018-6EDB-4E9405E9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C42D8-3674-418A-D5C4-DB6641D3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6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4C85A-D13F-5178-0024-E3C109D0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FF372-1628-52FA-CEEB-FEDFC7F1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EAACC-8A0F-7C8B-BC4E-F4873FF5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8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A975-6899-E74A-1A75-5C1F8EEA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3A41-11A8-9BFA-BB1B-A5FDFF07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7DF43-769A-FA6C-37EB-0F1F3A67F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E693B-A8B0-1E4E-585D-02C764FDE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9ECA5-8194-6265-66E3-032A3A2C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FED2F-DDD4-2913-9DD7-B71DA2C4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9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1062-6446-483E-D756-3F422181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8481AC-877A-3679-3922-7E24EFC988F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68AE3-82A7-5109-FFDB-09A55C5D8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19742-BD7E-99B8-97A5-BDFDBAEB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09F9E-01BC-1D8D-DBFA-C67D85CE3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F2E15-E95B-215D-2D7A-97ABF834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6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D0B6-F229-D16D-C4E9-E8E0B3EF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B9E41-E224-A442-50B4-B6CBC0B7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24D2B-D699-D09D-1C65-68289F3A3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B7D08-9F28-621F-D5D3-104D9A90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E9F74-A8C1-1C42-8ADD-52848708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0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1748E-72C1-68E8-90C0-875C231A6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620C0-FBC2-5C34-97CC-6EAE9A8A5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38CD2-8B3B-E7F4-603C-4B3A5B00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84EF-48D8-FE9D-60E9-F5F71DB0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4EC4F-E359-4520-590D-9FC0ADC1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945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2FA98-376E-B2DA-BDD0-3CEC43EB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8C2AA-C505-9533-8DBC-806557F9D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61E66-6EFC-D134-2D97-6609ED0BA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FFF5C-2D96-4D39-AE5C-E4AC30C80AB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892EF-E1D3-FFF9-F20D-00FF9F9B3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BC47A-0E1A-78CA-FF77-948AC15C4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21828-075A-45DF-8059-95C63D321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16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lang="ja-JP">
                <a:latin typeface="+mj-lt"/>
                <a:ea typeface="+mj-ea"/>
              </a:rPr>
              <a:t>疑問①：1.2〜1.3 は「引く」？「割る」？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700" b="0" lang="ja-JP">
                <a:latin typeface="+mn-lt"/>
                <a:ea typeface="+mn-ea"/>
              </a:rPr>
              <a:t>・何も無い空 23 か所で σ を 207 個測った。本当は σ ≈ 0 のはず</a:t>
            </a:r>
          </a:p>
          <a:p>
            <a:pPr marL="274320" indent="-274320">
              <a:spcAft>
                <a:spcPts val="500"/>
              </a:spcAft>
            </a:pPr>
            <a:r>
              <a:rPr sz="1700" b="0" lang="ja-JP">
                <a:latin typeface="+mn-lt"/>
                <a:ea typeface="+mn-ea"/>
              </a:rPr>
              <a:t>・計算が完璧なら、±2σ を超えるのは 4.6%</a:t>
            </a:r>
          </a:p>
          <a:p>
            <a:pPr marL="274320" indent="-274320">
              <a:spcAft>
                <a:spcPts val="500"/>
              </a:spcAft>
            </a:pPr>
            <a:r>
              <a:rPr sz="1700" b="1" lang="ja-JP">
                <a:latin typeface="+mn-lt"/>
                <a:ea typeface="+mn-ea"/>
              </a:rPr>
              <a:t>・実測は 10.6%：プラス側もマイナス側も、両方増えた</a:t>
            </a:r>
          </a:p>
          <a:p>
            <a:pPr marL="548640" indent="0">
              <a:spcAft>
                <a:spcPts val="500"/>
              </a:spcAft>
            </a:pPr>
            <a:r>
              <a:rPr sz="1400" b="0" lang="ja-JP">
                <a:latin typeface="+mn-lt"/>
                <a:ea typeface="+mn-ea"/>
              </a:rPr>
              <a:t>プラス側 6.3%、マイナス側 4.3%（完璧なら各 2.3%）</a:t>
            </a:r>
          </a:p>
          <a:p>
            <a:pPr marL="274320" indent="-274320">
              <a:spcAft>
                <a:spcPts val="500"/>
              </a:spcAft>
            </a:pPr>
            <a:r>
              <a:rPr sz="1700" b="0" lang="ja-JP">
                <a:latin typeface="+mn-lt"/>
                <a:ea typeface="+mn-ea"/>
              </a:rPr>
              <a:t>・「引く」が正しいのは、全部が同じ向きにずれたとき</a:t>
            </a:r>
          </a:p>
          <a:p>
            <a:pPr marL="548640" indent="0">
              <a:spcAft>
                <a:spcPts val="500"/>
              </a:spcAft>
            </a:pPr>
            <a:r>
              <a:rPr sz="1400" b="0" lang="ja-JP">
                <a:latin typeface="+mn-lt"/>
                <a:ea typeface="+mn-ea"/>
              </a:rPr>
              <a:t>実測の平均は +0.08 でほぼ 0 → 引いても 10.1% のまま</a:t>
            </a:r>
          </a:p>
          <a:p>
            <a:pPr marL="274320" indent="-274320">
              <a:spcAft>
                <a:spcPts val="500"/>
              </a:spcAft>
            </a:pPr>
            <a:r>
              <a:rPr sz="1700" b="0" lang="ja-JP">
                <a:latin typeface="+mn-lt"/>
                <a:ea typeface="+mn-ea"/>
              </a:rPr>
              <a:t>・「割る」が正しいのは、両側に広がったとき</a:t>
            </a:r>
          </a:p>
          <a:p>
            <a:pPr marL="548640" indent="0">
              <a:spcAft>
                <a:spcPts val="500"/>
              </a:spcAft>
            </a:pPr>
            <a:r>
              <a:rPr sz="1400" b="0" lang="ja-JP">
                <a:latin typeface="+mn-lt"/>
                <a:ea typeface="+mn-ea"/>
              </a:rPr>
              <a:t>1.19 で割ると 4.8% → 理論どおりに戻る</a:t>
            </a:r>
          </a:p>
          <a:p>
            <a:pPr marL="274320" indent="-274320">
              <a:spcAft>
                <a:spcPts val="500"/>
              </a:spcAft>
            </a:pPr>
            <a:r>
              <a:rPr sz="1700" b="1" lang="ja-JP">
                <a:latin typeface="+mn-lt"/>
                <a:ea typeface="+mn-ea"/>
              </a:rPr>
              <a:t>→ だから「割る」。名目 6σ ≈ 本当の 5σ と線を引いても同じ意味</a:t>
            </a:r>
          </a:p>
        </p:txBody>
      </p:sp>
      <p:pic>
        <p:nvPicPr>
          <p:cNvPr id="4" name="Picture 3" descr="f1009_q1_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5394960" cy="3296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16381</Words>
  <Application>Microsoft Office PowerPoint</Application>
  <PresentationFormat>Widescreen</PresentationFormat>
  <Paragraphs>693</Paragraphs>
  <Slides>51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-apple-system</vt:lpstr>
      <vt:lpstr>Aptos</vt:lpstr>
      <vt:lpstr>Aptos Display</vt:lpstr>
      <vt:lpstr>Arial</vt:lpstr>
      <vt:lpstr>Office Theme</vt:lpstr>
      <vt:lpstr>PowerPoint Presentation</vt:lpstr>
      <vt:lpstr>卒業研究の目的</vt:lpstr>
      <vt:lpstr>光子を数える</vt:lpstr>
      <vt:lpstr>手法①：テンプレートフィット</vt:lpstr>
      <vt:lpstr>背景の成分①〜⑥：何が、どうやってガンマ線を出す?</vt:lpstr>
      <vt:lpstr>成分⑦：ハロー（探しているもの）</vt:lpstr>
      <vt:lpstr>ここからやること：係数 9 個を決めるだけ</vt:lpstr>
      <vt:lpstr>PowerPoint Presentation</vt:lpstr>
      <vt:lpstr>尤度と MCMC の役割分担</vt:lpstr>
      <vt:lpstr>手法③：有意度 σ の出し方</vt:lpstr>
      <vt:lpstr>手法④：MCMC（最良値と誤差）</vt:lpstr>
      <vt:lpstr>MCMC をわかりやすいたとえで説明→霧の山を歩く</vt:lpstr>
      <vt:lpstr>① 高さ＝点数の決め方（ベイズの定理）</vt:lpstr>
      <vt:lpstr>② 一歩の進み方（メトロポリス法）</vt:lpstr>
      <vt:lpstr>③ 足あとはこうなる（説明用の例）</vt:lpstr>
      <vt:lpstr>MCMC の歩き方はいろいろある</vt:lpstr>
      <vt:lpstr>④ 32 人で歩く（emcee）</vt:lpstr>
      <vt:lpstr>⑤ 歩き終わったら：最良値と誤差</vt:lpstr>
      <vt:lpstr>結果：Totani の超過を再現</vt:lpstr>
      <vt:lpstr>結果：ハローの形 3 通り：一番合う形も Totani と一致！</vt:lpstr>
      <vt:lpstr>問題：ハローと ICS が見分けにくい（縮退）</vt:lpstr>
      <vt:lpstr>なぜ ICS とハローは形が似ているのか</vt:lpstr>
      <vt:lpstr>縮退に関する疑問</vt:lpstr>
      <vt:lpstr>① を調べる：手がかりはどこにあるか</vt:lpstr>
      <vt:lpstr>① を調べる：ICS が原因なら</vt:lpstr>
      <vt:lpstr>② を調べる：σ を信じてよいか</vt:lpstr>
      <vt:lpstr>ここまでのまとめ</vt:lpstr>
      <vt:lpstr>矮小銀河で確かめる</vt:lpstr>
      <vt:lpstr>矮小銀河：天の川の方法から変えた点</vt:lpstr>
      <vt:lpstr>予測の立て方：J ファクター</vt:lpstr>
      <vt:lpstr>結果：どこにも信号は見えなかった</vt:lpstr>
      <vt:lpstr>ここで論文：J の誤差は小さく見積もられている</vt:lpstr>
      <vt:lpstr>論文の全体像：J のずれを小さく見積もるとどうなる？</vt:lpstr>
      <vt:lpstr>詳細なmethodについて①：仮想データの作り方</vt:lpstr>
      <vt:lpstr>詳細なmethodについて②：尤度と 2 つの誤差</vt:lpstr>
      <vt:lpstr>詳細なmethodについて③：何を数えたか</vt:lpstr>
      <vt:lpstr>論文の結果①：Ursa Minor 1 個</vt:lpstr>
      <vt:lpstr>論文の結果②：27 個をまとめると</vt:lpstr>
      <vt:lpstr>論文のまとめ</vt:lpstr>
      <vt:lpstr>論文の考え方を、卒研の結果に当てはめる</vt:lpstr>
      <vt:lpstr>有意度の計算式のどこに誤差が入るか</vt:lpstr>
      <vt:lpstr>結果：予測の幅と実測</vt:lpstr>
      <vt:lpstr>結果の数字</vt:lpstr>
      <vt:lpstr>2 つの数字の違い：14〜15σ と 1.4σ</vt:lpstr>
      <vt:lpstr>結論</vt:lpstr>
      <vt:lpstr>統計の視点から：この研究に足りなかったもの</vt:lpstr>
      <vt:lpstr>参考文献</vt:lpstr>
      <vt:lpstr>等方背景が小さく出る理由：なだらかな光の分け方が決まらない</vt:lpstr>
      <vt:lpstr>② の結果：エネルギーごとのばらつき</vt:lpstr>
      <vt:lpstr>どのエネルギーで較正するか：割る数は 1.2〜1.3</vt:lpstr>
      <vt:lpstr>天体をまとめて比べる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202304239</dc:creator>
  <cp:lastModifiedBy>202304239</cp:lastModifiedBy>
  <cp:revision>2</cp:revision>
  <dcterms:created xsi:type="dcterms:W3CDTF">2026-10-01T06:55:31Z</dcterms:created>
  <dcterms:modified xsi:type="dcterms:W3CDTF">2026-10-05T05:58:07Z</dcterms:modified>
</cp:coreProperties>
</file>