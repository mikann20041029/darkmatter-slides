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08:02.273" v="75" actId="22"/>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【電球のたとえ】暗黒物質のハロー = 電球。J ファクター = 「その方向に、電球がどれだけ明るく見えるはずか」の目安。対消滅は粒子 2 つがぶつかって起きるので、暗黒物質が 2 倍濃いと 4 倍明るい (密度の 2 乗)。それを視線に沿って全部足したのが J。</a:t>
            </a:r>
          </a:p>
          <a:p>
            <a:r>
              <a:t>天の川の電球の明るさは、もう測れている (19σ の超過)。電球の種類 (粒子) は同じなので、「J が天の川の何倍か」さえ分かれば、矮小銀河の電球がどれだけ明るく見えるはずかが計算できる。たとえ: 同じ種類の電球なら、自分の部屋の電球の明るさから、遠くの家の窓の明るさを、電球の数と距離の比だけで予想できる。</a:t>
            </a:r>
          </a:p>
          <a:p>
            <a:r>
              <a:t>矮小銀河の J は星の動きから推定する。星が速く動き回っている銀河ほど重い (暗黒物質が多い)。だから J は星の速度のばらつき σ_los の 4 乗に比例する。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238</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2026-10-03T06:08:12Z</dcterms:modified>
</cp:coreProperties>
</file>