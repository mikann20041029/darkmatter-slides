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4:16:37.708" v="74" actId="14100"/>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del mod">
          <ac:chgData name="202304239" userId="ab1adf7a-b8eb-4038-b404-de23e20d8a3a" providerId="ADAL" clId="{6C0E59ED-D716-49AF-B2FA-B94E7B8E5A8C}" dt="2026-10-03T04:16:25.221" v="69" actId="478"/>
          <ac:picMkLst>
            <pc:docMk/>
            <pc:sldMk cId="0" sldId="296"/>
            <ac:picMk id="5" creationId="{9F1A482B-9BF6-EF3C-C1F0-DE13BF60C225}"/>
          </ac:picMkLst>
        </pc:pic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【電球のたとえ】暗黒物質のハロー = 電球。J ファクター = 「その方向に、電球がどれだけ明るく見えるはずか」の目安。対消滅は粒子 2 つがぶつかって起きるので、暗黒物質が 2 倍濃いと 4 倍明るい (密度の 2 乗)。それを視線に沿って全部足したのが J。</a:t>
            </a:r>
          </a:p>
          <a:p>
            <a:r>
              <a:t>天の川の電球の明るさは、もう測れている (19σ の超過)。電球の種類 (粒子) は同じなので、「J が天の川の何倍か」さえ分かれば、矮小銀河の電球がどれだけ明るく見えるはずかが計算できる。たとえ: 同じ種類の電球なら、自分の部屋の電球の明るさから、遠くの家の窓の明るさを、電球の数と距離の比だけで予想できる。</a:t>
            </a:r>
          </a:p>
          <a:p>
            <a:r>
              <a:t>矮小銀河の J は星の動きから推定する。星が速く動き回っている銀河ほど重い (暗黒物質が多い)。だから J は星の速度のばらつき σ_los の 4 乗に比例する。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238</TotalTime>
  <Words>6663</Words>
  <Application>Microsoft Office PowerPoint</Application>
  <PresentationFormat>Widescreen</PresentationFormat>
  <Paragraphs>552</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2026-10-03T04:16:40Z</dcterms:modified>
</cp:coreProperties>
</file>