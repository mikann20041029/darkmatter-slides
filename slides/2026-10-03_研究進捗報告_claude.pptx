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264" r:id="rId20"/>
    <p:sldId id="310" r:id="rId21"/>
    <p:sldId id="311" r:id="rId22"/>
    <p:sldId id="265" r:id="rId23"/>
    <p:sldId id="266" r:id="rId24"/>
    <p:sldId id="267" r:id="rId25"/>
    <p:sldId id="268" r:id="rId26"/>
    <p:sldId id="269"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4:16:37.708" v="74" actId="14100"/>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(10/3、本人 PC で Totani と同じやり方 = MCMC で最良値。results/mcmc_allbins_gasICS_v20t/)、赤が Totani Fig. 9。</a:t>
            </a:r>
          </a:p>
          <a:p>
            <a:r>
              <a:t>緑は青を 1.26 で割ったもの。1.26 = 何も無い空 23 か所で同じ解析をしたときの σ のばらつき (本当は 1 になるはず)。薄い緑の帯は 1.26 の 95% 区間 (1.14–1.39) で割った範囲。20.8 GeV で 15.1σ (13.7–16.7σ)。</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1.26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0" name="Picture 9"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13–19σ）。山の位置も一致。何も無い空で較正すると約 15σ（緑）</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15σ（13.7–16.7σ）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238</TotalTime>
  <Words>6663</Words>
  <Application>Microsoft Office PowerPoint</Application>
  <PresentationFormat>Widescreen</PresentationFormat>
  <Paragraphs>552</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2026-10-03T04:16:40Z</dcterms:modified>
</cp:coreProperties>
</file>