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264" r:id="rId20"/>
    <p:sldId id="310" r:id="rId21"/>
    <p:sldId id="311" r:id="rId22"/>
    <p:sldId id="265" r:id="rId23"/>
    <p:sldId id="266" r:id="rId24"/>
    <p:sldId id="267" r:id="rId25"/>
    <p:sldId id="268" r:id="rId26"/>
    <p:sldId id="269"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3T04:15:36.651" v="66"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del mod">
        <pc:chgData name="202304239" userId="ab1adf7a-b8eb-4038-b404-de23e20d8a3a" providerId="ADAL" clId="{6C0E59ED-D716-49AF-B2FA-B94E7B8E5A8C}" dt="2026-10-03T03:37:35.283" v="54" actId="47"/>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5:36.651" v="66" actId="478"/>
        <pc:sldMkLst>
          <pc:docMk/>
          <pc:sldMk cId="0" sldId="296"/>
        </pc:sldMkLst>
        <pc:spChg chg="mod">
          <ac:chgData name="202304239" userId="ab1adf7a-b8eb-4038-b404-de23e20d8a3a" providerId="ADAL" clId="{6C0E59ED-D716-49AF-B2FA-B94E7B8E5A8C}" dt="2026-10-03T04:15:29.193" v="64" actId="1076"/>
          <ac:spMkLst>
            <pc:docMk/>
            <pc:sldMk cId="0" sldId="296"/>
            <ac:spMk id="3" creationId="{00000000-0000-0000-0000-000000000000}"/>
          </ac:spMkLst>
        </pc:spChg>
        <pc:spChg chg="del">
          <ac:chgData name="202304239" userId="ab1adf7a-b8eb-4038-b404-de23e20d8a3a" providerId="ADAL" clId="{6C0E59ED-D716-49AF-B2FA-B94E7B8E5A8C}" dt="2026-10-03T04:15:36.651" v="66" actId="478"/>
          <ac:spMkLst>
            <pc:docMk/>
            <pc:sldMk cId="0" sldId="296"/>
            <ac:spMk id="8" creationId="{F85CD606-E3CE-F314-B3EE-F3D7028115CB}"/>
          </ac:spMkLst>
        </pc:spChg>
        <pc:picChg chg="add mod">
          <ac:chgData name="202304239" userId="ab1adf7a-b8eb-4038-b404-de23e20d8a3a" providerId="ADAL" clId="{6C0E59ED-D716-49AF-B2FA-B94E7B8E5A8C}" dt="2026-10-03T04:15:31.788" v="65" actId="1076"/>
          <ac:picMkLst>
            <pc:docMk/>
            <pc:sldMk cId="0" sldId="296"/>
            <ac:picMk id="5" creationId="{9F1A482B-9BF6-EF3C-C1F0-DE13BF60C225}"/>
          </ac:picMkLst>
        </pc:picChg>
      </pc:sldChg>
      <pc:sldChg chg="modSp mod">
        <pc:chgData name="202304239" userId="ab1adf7a-b8eb-4038-b404-de23e20d8a3a" providerId="ADAL" clId="{6C0E59ED-D716-49AF-B2FA-B94E7B8E5A8C}" dt="2026-10-03T03:37:06.765" v="53" actId="20577"/>
        <pc:sldMkLst>
          <pc:docMk/>
          <pc:sldMk cId="0" sldId="308"/>
        </pc:sldMkLst>
        <pc:spChg chg="mod">
          <ac:chgData name="202304239" userId="ab1adf7a-b8eb-4038-b404-de23e20d8a3a" providerId="ADAL" clId="{6C0E59ED-D716-49AF-B2FA-B94E7B8E5A8C}" dt="2026-10-03T03:37:06.765" v="53"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数字は本人 PC で、Totani と同じやり方で出した値 (10/3、results/mcmc_allbins_gasICS_v20t/)。</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1.40〜1.56)。最良値 1.48 と有意度 19.0σ (本人 PC)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(10/3、本人 PC で Totani と同じやり方 = MCMC で最良値。results/mcmc_allbins_gasICS_v20t/)、赤が Totani Fig. 9。</a:t>
            </a:r>
          </a:p>
          <a:p>
            <a:r>
              <a:t>緑は青を 1.26 で割ったもの。1.26 = 何も無い空 23 か所で同じ解析をしたときの σ のばらつき (本当は 1 になるはず)。薄い緑の帯は 1.26 の 95% 区間 (1.14–1.39) で割った範囲。20.8 GeV で 15.1σ (13.7–16.7σ)。</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1.26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背景の成分①〜⑥：何が、どうやってガンマ線を出すか</a:t>
            </a:r>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2"/>
            <a:ext cx="5669280" cy="4297680"/>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5" name="Picture 4" descr="The image contains a complex code snippet with comments detailing issues in a computational physics model, including negative values and unphysical results in a parameter space.&#10;&#10;AI-generated content may be incorrect.">
            <a:extLst>
              <a:ext uri="{FF2B5EF4-FFF2-40B4-BE49-F238E27FC236}">
                <a16:creationId xmlns:a16="http://schemas.microsoft.com/office/drawing/2014/main" id="{9F1A482B-9BF6-EF3C-C1F0-DE13BF60C225}"/>
              </a:ext>
            </a:extLst>
          </p:cNvPr>
          <p:cNvPicPr>
            <a:picLocks noChangeAspect="1"/>
          </p:cNvPicPr>
          <p:nvPr/>
        </p:nvPicPr>
        <p:blipFill>
          <a:blip r:embed="rId3"/>
          <a:stretch>
            <a:fillRect/>
          </a:stretch>
        </p:blipFill>
        <p:spPr>
          <a:xfrm>
            <a:off x="5775158" y="1210540"/>
            <a:ext cx="6477561" cy="279678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1.48</a:t>
            </a:r>
          </a:p>
          <a:p>
            <a:r>
              <a:rPr sz="1800"/>
              <a:t>足あとの広がり → 誤差</a:t>
            </a:r>
          </a:p>
          <a:p>
            <a:pPr lvl="1"/>
            <a:r>
              <a:rPr sz="1500"/>
              <a:t>最初の 2000 歩（ふもとから登っている途中）は捨て、残りの下から 16%〜84%</a:t>
            </a:r>
          </a:p>
          <a:p>
            <a:pPr lvl="1"/>
            <a:r>
              <a:rPr sz="1500"/>
              <a:t>20.8 GeV：1.40〜1.56</a:t>
            </a:r>
          </a:p>
          <a:p>
            <a:r>
              <a:rPr sz="1800"/>
              <a:t>有意度：ハローあり・なしの山を別々に歩く</a:t>
            </a:r>
          </a:p>
          <a:p>
            <a:pPr lvl="1"/>
            <a:r>
              <a:rPr sz="1500"/>
              <a:t>それぞれの一番高い足あとの高さの差 Δln L → σ = √(2Δln L)</a:t>
            </a:r>
          </a:p>
          <a:p>
            <a:pPr lvl="1"/>
            <a:r>
              <a:rPr sz="1500"/>
              <a:t>20.8 GeV：19.0σ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0" name="Picture 9"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13–19σ）。山の位置も一致。何も無い空で較正すると約 15σ（緑）</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19.0σ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6.4σ、実測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19.0σ → 17.8σ（約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19.0σ を較正すると 19.0 ÷ 1.26 ≈ 15σ（13.7–16.7σ）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19.0σ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19.0σ、較正後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237</TotalTime>
  <Words>6663</Words>
  <Application>Microsoft Office PowerPoint</Application>
  <PresentationFormat>Widescreen</PresentationFormat>
  <Paragraphs>552</Paragraphs>
  <Slides>46</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背景の成分①〜⑥：何が、どうやってガンマ線を出すか</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2026-10-03T04:15:38Z</dcterms:modified>
</cp:coreProperties>
</file>