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0"/>
    <p:sldId id="307" r:id="rId12"/>
    <p:sldId id="308" r:id="rId13"/>
    <p:sldId id="294" r:id="rId14"/>
    <p:sldId id="261" r:id="rId15"/>
    <p:sldId id="262" r:id="rId16"/>
    <p:sldId id="295" r:id="rId17"/>
    <p:sldId id="296" r:id="rId18"/>
    <p:sldId id="297" r:id="rId19"/>
    <p:sldId id="298" r:id="rId20"/>
    <p:sldId id="309" r:id="rId21"/>
    <p:sldId id="299" r:id="rId22"/>
    <p:sldId id="300" r:id="rId23"/>
    <p:sldId id="263" r:id="rId24"/>
    <p:sldId id="264" r:id="rId25"/>
    <p:sldId id="310" r:id="rId26"/>
    <p:sldId id="311" r:id="rId27"/>
    <p:sldId id="265" r:id="rId28"/>
    <p:sldId id="266" r:id="rId29"/>
    <p:sldId id="267" r:id="rId30"/>
    <p:sldId id="268" r:id="rId31"/>
    <p:sldId id="269" r:id="rId32"/>
    <p:sldId id="271" r:id="rId33"/>
    <p:sldId id="272"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45" autoAdjust="0"/>
    <p:restoredTop sz="94660"/>
  </p:normalViewPr>
  <p:slideViewPr>
    <p:cSldViewPr snapToGrid="0" showGuides="1">
      <p:cViewPr varScale="1">
        <p:scale>
          <a:sx n="57" d="100"/>
          <a:sy n="57" d="100"/>
        </p:scale>
        <p:origin x="77" y="89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microsoft.com/office/2016/11/relationships/changesInfo" Target="changesInfos/changesInfo1.xml"/><Relationship Id="rId59" Type="http://schemas.microsoft.com/office/2015/10/relationships/revisionInfo" Target="revisionInfo.xml"/><Relationship Id="rId60"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3:37:35.283" v="54" actId="4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(10/3、本人 PC で Totani と同じやり方 = MCMC で最良値。results/mcmc_allbins_gasICS_v20t/)、赤が Totani Fig. 9。</a:t>
            </a:r>
          </a:p>
          <a:p>
            <a:r>
              <a:t>緑は青を 1.26 で割ったもの。1.26 = 何も無い空 23 か所で同じ解析をしたときの σ のばらつき (本当は 1 になるはず)。薄い緑の帯は 1.26 の 95% 区間 (1.14–1.39) で割った範囲。20.8 GeV で 15.1σ (13.7–16.7σ)。</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1.26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notesSlide" Target="../notesSlides/notesSlide5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2.pn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2"/>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3"/>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4"/>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5"/>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6"/>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7"/>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548640" y="1371600"/>
            <a:ext cx="5669280" cy="4297680"/>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1.48</a:t>
            </a:r>
          </a:p>
          <a:p>
            <a:r>
              <a:rPr sz="1800"/>
              <a:t>足あとの広がり → 誤差</a:t>
            </a:r>
          </a:p>
          <a:p>
            <a:pPr lvl="1"/>
            <a:r>
              <a:rPr sz="1500"/>
              <a:t>最初の 2000 歩（ふもとから登っている途中）は捨て、残りの下から 16%〜84%</a:t>
            </a:r>
          </a:p>
          <a:p>
            <a:pPr lvl="1"/>
            <a:r>
              <a:rPr sz="1500"/>
              <a:t>20.8 GeV：1.40〜1.56</a:t>
            </a:r>
          </a:p>
          <a:p>
            <a:r>
              <a:rPr sz="1800"/>
              <a:t>有意度：ハローあり・なしの山を別々に歩く</a:t>
            </a:r>
          </a:p>
          <a:p>
            <a:pPr lvl="1"/>
            <a:r>
              <a:rPr sz="1500"/>
              <a:t>それぞれの一番高い足あとの高さの差 Δln L → σ = √(2Δln L)</a:t>
            </a:r>
          </a:p>
          <a:p>
            <a:pPr lvl="1"/>
            <a:r>
              <a:rPr sz="1500"/>
              <a:t>20.8 GeV：19.0σ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0" name="Picture 9" descr="fig_significance_calib.png"/>
          <p:cNvPicPr>
            <a:picLocks noChangeAspect="1"/>
          </p:cNvPicPr>
          <p:nvPr/>
        </p:nvPicPr>
        <p:blipFill>
          <a:blip r:embed="rId4"/>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13–19σ）。山の位置も一致。何も無い空で較正すると約 15σ（緑）</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4"/>
          <a:stretch>
            <a:fillRect/>
          </a:stretch>
        </p:blipFill>
        <p:spPr>
          <a:xfrm>
            <a:off x="6400800" y="1600200"/>
            <a:ext cx="5394960" cy="40462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19.0σ → 17.8σ（約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19.0σ を較正すると 19.0 ÷ 1.26 ≈ 15σ（13.7–16.7σ）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19.0σ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230</TotalTime>
  <Words>6846</Words>
  <Application>Microsoft Office PowerPoint</Application>
  <PresentationFormat>Widescreen</PresentationFormat>
  <Paragraphs>593</Paragraphs>
  <Slides>51</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51</vt:i4>
      </vt:variant>
    </vt:vector>
  </HeadingPairs>
  <TitlesOfParts>
    <vt:vector size="55" baseType="lpstr">
      <vt:lpstr>Aptos</vt:lpstr>
      <vt:lpstr>Aptos Display</vt:lpstr>
      <vt:lpstr>Arial</vt:lpstr>
      <vt:lpstr>Office Theme</vt:lpstr>
      <vt:lpstr>PowerPoint Presentation</vt:lpstr>
      <vt:lpstr>卒業研究の目的</vt:lpstr>
      <vt:lpstr>光子を数える</vt:lpstr>
      <vt:lpstr>手法①：テンプレートフィット</vt:lpstr>
      <vt:lpstr>成分①：等方背景</vt:lpstr>
      <vt:lpstr>成分②：ガス（π⁰ 崩壊＋制動放射）</vt:lpstr>
      <vt:lpstr>成分③：ICS（逆コンプトン散乱）</vt:lpstr>
      <vt:lpstr>成分④：点源</vt:lpstr>
      <vt:lpstr>成分⑤：Loop I</vt:lpstr>
      <vt:lpstr>成分⑥：フェルミバブル（正・負）</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2026-10-03T03:37:44Z</dcterms:modified>
</cp:coreProperties>
</file>