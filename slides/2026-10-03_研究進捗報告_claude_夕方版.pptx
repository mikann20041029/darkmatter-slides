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0:29.564" v="745" actId="6549"/>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論文の全体像：J のずれを小さく見積もるとどうなるか</a:t>
            </a:r>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2377440"/>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このずれを小さく見積もると → 「暗黒物質は無い」と言いすぎる（本物を見落とす）</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357</TotalTime>
  <Words>16379</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2026-10-05T05:50:38Z</dcterms:modified>
</cp:coreProperties>
</file>