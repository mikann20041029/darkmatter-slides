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65628" autoAdjust="0"/>
  </p:normalViewPr>
  <p:slideViewPr>
    <p:cSldViewPr snapToGrid="0" showGuides="1">
      <p:cViewPr varScale="1">
        <p:scale>
          <a:sx n="56" d="100"/>
          <a:sy n="56" d="100"/>
        </p:scale>
        <p:origin x="58" y="24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addSld delSld modSld">
      <pc:chgData name="202304239" userId="ab1adf7a-b8eb-4038-b404-de23e20d8a3a" providerId="ADAL" clId="{6C0E59ED-D716-49AF-B2FA-B94E7B8E5A8C}" dt="2026-10-05T03:58:25.976" v="186" actId="68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new">
        <pc:chgData name="202304239" userId="ab1adf7a-b8eb-4038-b404-de23e20d8a3a" providerId="ADAL" clId="{6C0E59ED-D716-49AF-B2FA-B94E7B8E5A8C}" dt="2026-10-05T03:58:25.976" v="186" actId="680"/>
        <pc:sldMkLst>
          <pc:docMk/>
          <pc:sldMk cId="714849090" sldId="31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bs_光"/>
          <p:cNvSpPr/>
          <p:nvPr/>
        </p:nvSpPr>
        <p:spPr>
          <a:xfrm>
            <a:off x="9418319"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263</TotalTime>
  <Words>9466</Words>
  <Application>Microsoft Office PowerPoint</Application>
  <PresentationFormat>Widescreen</PresentationFormat>
  <Paragraphs>718</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2026-10-05T03:58:36Z</dcterms:modified>
</cp:coreProperties>
</file>