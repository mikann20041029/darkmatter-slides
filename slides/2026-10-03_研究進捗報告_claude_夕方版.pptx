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5:09:57.079" v="571"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25:33.683" v="570" actId="113"/>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4:25:33.683" v="570" actId="113"/>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が良くなったら必要ってこと</a:t>
            </a:r>
            <a:endParaRPr lang="en-US" b="1"/>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325</TotalTime>
  <Words>9371</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2026-10-05T05:10:08Z</dcterms:modified>
</cp:coreProperties>
</file>