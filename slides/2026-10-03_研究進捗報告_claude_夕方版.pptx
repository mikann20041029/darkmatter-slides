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311" r:id="rId48"/>
    <p:sldId id="269" r:id="rId49"/>
    <p:sldId id="313" r:id="rId50"/>
    <p:sldId id="275"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40:15.426" v="744"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356</TotalTime>
  <Words>9357</Words>
  <Application>Microsoft Office PowerPoint</Application>
  <PresentationFormat>Widescreen</PresentationFormat>
  <Paragraphs>694</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2026-10-05T05:40:26Z</dcterms:modified>
</cp:coreProperties>
</file>