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313" r:id="rId28"/>
    <p:sldId id="271" r:id="rId29"/>
    <p:sldId id="272" r:id="rId30"/>
    <p:sldId id="314" r:id="rId31"/>
    <p:sldId id="273" r:id="rId32"/>
    <p:sldId id="274" r:id="rId33"/>
    <p:sldId id="275" r:id="rId34"/>
    <p:sldId id="276" r:id="rId35"/>
    <p:sldId id="277" r:id="rId36"/>
    <p:sldId id="278" r:id="rId37"/>
    <p:sldId id="279" r:id="rId38"/>
    <p:sldId id="280" r:id="rId39"/>
    <p:sldId id="281" r:id="rId40"/>
    <p:sldId id="282" r:id="rId41"/>
    <p:sldId id="283" r:id="rId42"/>
    <p:sldId id="284" r:id="rId43"/>
    <p:sldId id="285" r:id="rId44"/>
    <p:sldId id="286" r:id="rId45"/>
    <p:sldId id="287" r:id="rId46"/>
    <p:sldId id="288" r:id="rId47"/>
    <p:sldId id="289" r:id="rId48"/>
    <p:sldId id="290" r:id="rId49"/>
    <p:sldId id="311" r:id="rId50"/>
    <p:sldId id="269"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30:57.405" v="739"/>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modSp mod">
        <pc:chgData name="202304239" userId="ab1adf7a-b8eb-4038-b404-de23e20d8a3a" providerId="ADAL" clId="{6C0E59ED-D716-49AF-B2FA-B94E7B8E5A8C}" dt="2026-10-05T05:22:49.521" v="716" actId="113"/>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2.xml"/><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pPr marL="0" indent="0">
              <a:buNone/>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346</TotalTime>
  <Words>9373</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が犯人なら</vt:lpstr>
      <vt:lpstr>② を調べる：σ を信じてよいか</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2026-10-05T05:31:08Z</dcterms:modified>
</cp:coreProperties>
</file>