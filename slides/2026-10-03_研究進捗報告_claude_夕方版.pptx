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14"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13:51.330" v="663" actId="1410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3:51.330" v="663" actId="14100"/>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3:51.330" v="663" actId="14100"/>
          <ac:spMkLst>
            <pc:docMk/>
            <pc:sldMk cId="714849090" sldId="317"/>
            <ac:spMk id="21" creationId="{88A0B93D-F931-0B83-FEA8-D265EBDE015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を使ったこの考え方は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ていて統計学の基本らしい、、</a:t>
            </a:r>
            <a:endParaRPr lang="en-US" b="1"/>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329</TotalTime>
  <Words>9405</Words>
  <Application>Microsoft Office PowerPoint</Application>
  <PresentationFormat>Widescreen</PresentationFormat>
  <Paragraphs>697</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2026-10-05T05:13:51Z</dcterms:modified>
</cp:coreProperties>
</file>