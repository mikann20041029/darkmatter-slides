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21:25.456" v="702" actId="1076"/>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modSp mod">
        <pc:chgData name="202304239" userId="ab1adf7a-b8eb-4038-b404-de23e20d8a3a" providerId="ADAL" clId="{6C0E59ED-D716-49AF-B2FA-B94E7B8E5A8C}" dt="2026-10-05T05:21:25.456" v="702" actId="1076"/>
        <pc:sldMkLst>
          <pc:docMk/>
          <pc:sldMk cId="0" sldId="315"/>
        </pc:sldMkLst>
        <pc:spChg chg="mod">
          <ac:chgData name="202304239" userId="ab1adf7a-b8eb-4038-b404-de23e20d8a3a" providerId="ADAL" clId="{6C0E59ED-D716-49AF-B2FA-B94E7B8E5A8C}" dt="2026-10-05T05:21:25.456" v="702" actId="1076"/>
          <ac:spMkLst>
            <pc:docMk/>
            <pc:sldMk cId="0" sldId="315"/>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en-US" sz="1800" b="1" i="0">
                <a:solidFill>
                  <a:schemeClr val="tx1"/>
                </a:solidFill>
                <a:effectLst/>
                <a:latin typeface="+mn-lt"/>
              </a:rPr>
              <a:t>2Δln L </a:t>
            </a:r>
            <a:r>
              <a:rPr lang="ja-JP" altLang="en-US" sz="1800" b="1" i="0">
                <a:solidFill>
                  <a:schemeClr val="tx1"/>
                </a:solidFill>
                <a:effectLst/>
                <a:latin typeface="+mn-lt"/>
              </a:rPr>
              <a:t>は</a:t>
            </a:r>
            <a:r>
              <a:rPr lang="en-US" sz="1800" b="1" i="0">
                <a:solidFill>
                  <a:schemeClr val="tx1"/>
                </a:solidFill>
                <a:effectLst/>
                <a:latin typeface="+mn-lt"/>
              </a:rPr>
              <a:t>「TS（検定統計量）」</a:t>
            </a:r>
          </a:p>
          <a:p>
            <a:r>
              <a:rPr lang="en-US" sz="1800" b="1" i="0">
                <a:solidFill>
                  <a:schemeClr val="tx1"/>
                </a:solidFill>
                <a:effectLst/>
                <a:latin typeface="+mn-lt"/>
              </a:rPr>
              <a:t>と呼ばれ</a:t>
            </a:r>
            <a:r>
              <a:rPr lang="ja-JP" altLang="en-US" sz="1800" b="1" i="0">
                <a:solidFill>
                  <a:schemeClr val="tx1"/>
                </a:solidFill>
                <a:effectLst/>
                <a:latin typeface="+mn-lt"/>
              </a:rPr>
              <a:t>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pPr marL="0" indent="0">
              <a:buNone/>
            </a:pPr>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337</TotalTime>
  <Words>9367</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2026-10-05T05:21:32Z</dcterms:modified>
</cp:coreProperties>
</file>