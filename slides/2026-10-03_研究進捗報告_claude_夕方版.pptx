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8:31.529" v="473" actId="107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18:31.529" v="473" actId="107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7:40.648" v="355"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2:40.901" v="325" actId="1076"/>
          <ac:spMkLst>
            <pc:docMk/>
            <pc:sldMk cId="714849090" sldId="317"/>
            <ac:spMk id="17" creationId="{DF60EA9B-3568-50AE-F318-5AEA0A94F1C2}"/>
          </ac:spMkLst>
        </pc:spChg>
        <pc:spChg chg="add mod">
          <ac:chgData name="202304239" userId="ab1adf7a-b8eb-4038-b404-de23e20d8a3a" providerId="ADAL" clId="{6C0E59ED-D716-49AF-B2FA-B94E7B8E5A8C}" dt="2026-10-05T04:18:31.529" v="473" actId="1076"/>
          <ac:spMkLst>
            <pc:docMk/>
            <pc:sldMk cId="714849090" sldId="317"/>
            <ac:spMk id="19" creationId="{6D1ECAA1-9C93-8B93-42E6-5DEB46F411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285899"/>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5649289"/>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6097554" cy="369332"/>
          </a:xfrm>
          <a:prstGeom prst="rect">
            <a:avLst/>
          </a:prstGeom>
          <a:noFill/>
        </p:spPr>
        <p:txBody>
          <a:bodyPr wrap="square">
            <a:spAutoFit/>
          </a:bodyPr>
          <a:lstStyle/>
          <a:p>
            <a:r>
              <a:rPr lang="ja-JP" altLang="en-US"/>
              <a:t>９つの倍率をいい感じにして観測結果に近づけたい！→</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274</TotalTime>
  <Words>9347</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2026-10-05T04:18:34Z</dcterms:modified>
</cp:coreProperties>
</file>