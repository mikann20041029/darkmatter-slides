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69" r:id="rId28"/>
    <p:sldId id="313" r:id="rId29"/>
    <p:sldId id="271" r:id="rId30"/>
    <p:sldId id="272" r:id="rId31"/>
    <p:sldId id="314"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311"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26:33.852" v="737"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modSp mod">
        <pc:chgData name="202304239" userId="ab1adf7a-b8eb-4038-b404-de23e20d8a3a" providerId="ADAL" clId="{6C0E59ED-D716-49AF-B2FA-B94E7B8E5A8C}" dt="2026-10-05T05:22:49.521" v="716" actId="113"/>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342</TotalTime>
  <Words>9373</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2026-10-05T05:26:34Z</dcterms:modified>
</cp:coreProperties>
</file>