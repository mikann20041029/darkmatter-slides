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69" r:id="rId28"/>
    <p:sldId id="313" r:id="rId29"/>
    <p:sldId id="271" r:id="rId30"/>
    <p:sldId id="272" r:id="rId31"/>
    <p:sldId id="314"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311"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25:57.940" v="719" actId="1410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5:57.940" v="719" actId="14100"/>
        <pc:sldMkLst>
          <pc:docMk/>
          <pc:sldMk cId="0" sldId="265"/>
        </pc:sldMkLst>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341</TotalTime>
  <Words>9370</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2026-10-05T05:26:01Z</dcterms:modified>
</cp:coreProperties>
</file>