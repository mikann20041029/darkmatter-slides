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316" r:id="rId22"/>
    <p:sldId id="264" r:id="rId23"/>
    <p:sldId id="310" r:id="rId24"/>
    <p:sldId id="311" r:id="rId25"/>
    <p:sldId id="265" r:id="rId26"/>
    <p:sldId id="266" r:id="rId27"/>
    <p:sldId id="267" r:id="rId28"/>
    <p:sldId id="268" r:id="rId29"/>
    <p:sldId id="269" r:id="rId30"/>
    <p:sldId id="313" r:id="rId31"/>
    <p:sldId id="271" r:id="rId32"/>
    <p:sldId id="272" r:id="rId33"/>
    <p:sldId id="314"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565" autoAdjust="0"/>
  </p:normalViewPr>
  <p:slideViewPr>
    <p:cSldViewPr snapToGrid="0" showGuides="1">
      <p:cViewPr varScale="1">
        <p:scale>
          <a:sx n="82" d="100"/>
          <a:sy n="82" d="100"/>
        </p:scale>
        <p:origin x="96" y="19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11:46.285" v="302" actId="1076"/>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addSp modSp new mod">
        <pc:chgData name="202304239" userId="ab1adf7a-b8eb-4038-b404-de23e20d8a3a" providerId="ADAL" clId="{6C0E59ED-D716-49AF-B2FA-B94E7B8E5A8C}" dt="2026-10-05T04:11:46.285" v="302" actId="1076"/>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09:16.613" v="294" actId="207"/>
          <ac:spMkLst>
            <pc:docMk/>
            <pc:sldMk cId="714849090" sldId="317"/>
            <ac:spMk id="11" creationId="{54EEC75A-A1BF-4B87-31AF-F8D21C7F155D}"/>
          </ac:spMkLst>
        </pc:spChg>
        <pc:spChg chg="add mod">
          <ac:chgData name="202304239" userId="ab1adf7a-b8eb-4038-b404-de23e20d8a3a" providerId="ADAL" clId="{6C0E59ED-D716-49AF-B2FA-B94E7B8E5A8C}" dt="2026-10-05T04:11:23.115" v="298" actId="14100"/>
          <ac:spMkLst>
            <pc:docMk/>
            <pc:sldMk cId="714849090" sldId="317"/>
            <ac:spMk id="13" creationId="{E198F735-7ED1-C6E3-B5DD-7E35C7F9775E}"/>
          </ac:spMkLst>
        </pc:spChg>
        <pc:spChg chg="add mod">
          <ac:chgData name="202304239" userId="ab1adf7a-b8eb-4038-b404-de23e20d8a3a" providerId="ADAL" clId="{6C0E59ED-D716-49AF-B2FA-B94E7B8E5A8C}" dt="2026-10-05T04:11:46.285" v="302" actId="1076"/>
          <ac:spMkLst>
            <pc:docMk/>
            <pc:sldMk cId="714849090" sldId="317"/>
            <ac:spMk id="15" creationId="{23677353-82B3-89C2-CBEC-1909E56DA99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502920" y="3902173"/>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4669624"/>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267</TotalTime>
  <Words>9529</Words>
  <Application>Microsoft Office PowerPoint</Application>
  <PresentationFormat>Widescreen</PresentationFormat>
  <Paragraphs>724</Paragraphs>
  <Slides>51</Slides>
  <Notes>50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2026-10-05T04:11:47Z</dcterms:modified>
</cp:coreProperties>
</file>