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10:48.604" v="58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0:48.604" v="58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326</TotalTime>
  <Words>9373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2026-10-05T05:10:54Z</dcterms:modified>
</cp:coreProperties>
</file>