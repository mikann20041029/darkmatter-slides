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20"/>
    <p:sldId id="316"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65628" autoAdjust="0"/>
  </p:normalViewPr>
  <p:slideViewPr>
    <p:cSldViewPr snapToGrid="0" showGuides="1">
      <p:cViewPr varScale="1">
        <p:scale>
          <a:sx n="65" d="100"/>
          <a:sy n="65" d="100"/>
        </p:scale>
        <p:origin x="53" y="3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5T03:46:28.757" v="136" actId="16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6:28.757" v="136" actId="167"/>
        <pc:sldMkLst>
          <pc:docMk/>
          <pc:sldMk cId="0" sldId="308"/>
        </pc:sldMkLst>
        <pc:spChg chg="mod">
          <ac:chgData name="202304239" userId="ab1adf7a-b8eb-4038-b404-de23e20d8a3a" providerId="ADAL" clId="{6C0E59ED-D716-49AF-B2FA-B94E7B8E5A8C}" dt="2026-10-05T03:45:59.893" v="134" actId="113"/>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39"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251</TotalTime>
  <Words>9452</Words>
  <Application>Microsoft Office PowerPoint</Application>
  <PresentationFormat>Widescreen</PresentationFormat>
  <Paragraphs>718</Paragraphs>
  <Slides>50</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2026-10-05T03:46:31Z</dcterms:modified>
</cp:coreProperties>
</file>