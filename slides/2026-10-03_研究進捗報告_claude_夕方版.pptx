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25:33.683" v="570" actId="113"/>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pc:chgData name="202304239" userId="ab1adf7a-b8eb-4038-b404-de23e20d8a3a" providerId="ADAL" clId="{6C0E59ED-D716-49AF-B2FA-B94E7B8E5A8C}" dt="2026-10-05T04:25:33.683" v="570" actId="113"/>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4:25:33.683" v="570" actId="113"/>
          <ac:spMkLst>
            <pc:docMk/>
            <pc:sldMk cId="714849090" sldId="317"/>
            <ac:spMk id="19" creationId="{6D1ECAA1-9C93-8B93-42E6-5DEB46F4112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が良くなったら必要ってこと</a:t>
            </a:r>
            <a:endParaRPr lang="en-US" b="1"/>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281</TotalTime>
  <Words>9371</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2026-10-05T04:25:39Z</dcterms:modified>
</cp:coreProperties>
</file>