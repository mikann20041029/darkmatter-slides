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8:50.709" v="507"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18:50.709" v="50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7:40.648" v="355"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pChg chg="add mod">
          <ac:chgData name="202304239" userId="ab1adf7a-b8eb-4038-b404-de23e20d8a3a" providerId="ADAL" clId="{6C0E59ED-D716-49AF-B2FA-B94E7B8E5A8C}" dt="2026-10-05T04:18:50.709" v="507" actId="20577"/>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285899"/>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369332"/>
          </a:xfrm>
          <a:prstGeom prst="rect">
            <a:avLst/>
          </a:prstGeom>
          <a:noFill/>
        </p:spPr>
        <p:txBody>
          <a:bodyPr wrap="square">
            <a:spAutoFit/>
          </a:bodyPr>
          <a:lstStyle/>
          <a:p>
            <a:r>
              <a:rPr lang="ja-JP" altLang="en-US"/>
              <a:t>９つの倍率をいい感じにして観測結果に近づけたい！→</a:t>
            </a:r>
            <a:r>
              <a:rPr lang="en-US" altLang="ja-JP"/>
              <a:t>halo</a:t>
            </a:r>
            <a:r>
              <a:rPr lang="ja-JP" altLang="en-US"/>
              <a:t>を入れた時すごく</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274</TotalTime>
  <Words>9356</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2026-10-05T04:18:51Z</dcterms:modified>
</cp:coreProperties>
</file>