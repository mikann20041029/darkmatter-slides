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32:32.607" v="741"/>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348</TotalTime>
  <Words>9373</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2026-10-05T05:32:42Z</dcterms:modified>
</cp:coreProperties>
</file>