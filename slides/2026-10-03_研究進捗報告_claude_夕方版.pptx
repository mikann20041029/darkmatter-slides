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65628" autoAdjust="0"/>
  </p:normalViewPr>
  <p:slideViewPr>
    <p:cSldViewPr snapToGrid="0" showGuides="1">
      <p:cViewPr varScale="1">
        <p:scale>
          <a:sx n="65" d="100"/>
          <a:sy n="65" d="100"/>
        </p:scale>
        <p:origin x="734"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09:13.354" v="242" actId="20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addSp modSp new mod">
        <pc:chgData name="202304239" userId="ab1adf7a-b8eb-4038-b404-de23e20d8a3a" providerId="ADAL" clId="{6C0E59ED-D716-49AF-B2FA-B94E7B8E5A8C}" dt="2026-10-05T04:09:13.354" v="242" actId="207"/>
        <pc:sldMkLst>
          <pc:docMk/>
          <pc:sldMk cId="714849090" sldId="317"/>
        </pc:sldMkLst>
        <pc:spChg chg="add mod">
          <ac:chgData name="202304239" userId="ab1adf7a-b8eb-4038-b404-de23e20d8a3a" providerId="ADAL" clId="{6C0E59ED-D716-49AF-B2FA-B94E7B8E5A8C}" dt="2026-10-05T04:09:13.354" v="242" actId="207"/>
          <ac:spMkLst>
            <pc:docMk/>
            <pc:sldMk cId="714849090" sldId="317"/>
            <ac:spMk id="11" creationId="{54EEC75A-A1BF-4B87-31AF-F8D21C7F155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19"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5300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17.6σ（Totani の同じ形 ρ² は約 14σ）。山の位置も一致。何も無い空で較正すると 14〜15σ（緑）</a:t>
            </a:r>
          </a:p>
          <a:p>
            <a:r>
              <a:rPr sz="2000"/>
              <a:t>緑の幅 = 割る数 1.19〜1.26 の違い（較正に使うエネルギーの選び方。27 枚目）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1945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265</TotalTime>
  <Words>9493</Words>
  <Application>Microsoft Office PowerPoint</Application>
  <PresentationFormat>Widescreen</PresentationFormat>
  <Paragraphs>721</Paragraphs>
  <Slides>51</Slides>
  <Notes>50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2026-10-05T04:09:13Z</dcterms:modified>
</cp:coreProperties>
</file>