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19:33.779" v="530"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pc:chgData name="202304239" userId="ab1adf7a-b8eb-4038-b404-de23e20d8a3a" providerId="ADAL" clId="{6C0E59ED-D716-49AF-B2FA-B94E7B8E5A8C}" dt="2026-10-05T04:19:33.779" v="530"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4:19:33.779" v="530" actId="20577"/>
          <ac:spMkLst>
            <pc:docMk/>
            <pc:sldMk cId="714849090" sldId="317"/>
            <ac:spMk id="19" creationId="{6D1ECAA1-9C93-8B93-42E6-5DEB46F4112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369332"/>
          </a:xfrm>
          <a:prstGeom prst="rect">
            <a:avLst/>
          </a:prstGeom>
          <a:noFill/>
        </p:spPr>
        <p:txBody>
          <a:bodyPr wrap="square">
            <a:spAutoFit/>
          </a:bodyPr>
          <a:lstStyle/>
          <a:p>
            <a:r>
              <a:rPr lang="ja-JP" altLang="en-US"/>
              <a:t>９つの倍率をいい感じにして観測結果に近づけたい！→</a:t>
            </a:r>
            <a:r>
              <a:rPr lang="en-US" altLang="ja-JP"/>
              <a:t>halo</a:t>
            </a:r>
            <a:r>
              <a:rPr lang="ja-JP" altLang="en-US"/>
              <a:t>を入れた時すごく点数が</a:t>
            </a: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275</TotalTime>
  <Words>9359</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2026-10-05T04:19:34Z</dcterms:modified>
</cp:coreProperties>
</file>