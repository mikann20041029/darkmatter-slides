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17:02.100" v="689" actId="5793"/>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en-US" sz="1800" b="1" i="0">
                <a:solidFill>
                  <a:schemeClr val="tx1"/>
                </a:solidFill>
                <a:effectLst/>
                <a:latin typeface="+mn-lt"/>
              </a:rPr>
              <a:t>2Δln L </a:t>
            </a:r>
            <a:r>
              <a:rPr lang="ja-JP" altLang="en-US" sz="1800" b="1" i="0">
                <a:solidFill>
                  <a:schemeClr val="tx1"/>
                </a:solidFill>
                <a:effectLst/>
                <a:latin typeface="+mn-lt"/>
              </a:rPr>
              <a:t>は</a:t>
            </a:r>
            <a:r>
              <a:rPr lang="en-US" sz="1800" b="1" i="0">
                <a:solidFill>
                  <a:schemeClr val="tx1"/>
                </a:solidFill>
                <a:effectLst/>
                <a:latin typeface="+mn-lt"/>
              </a:rPr>
              <a:t>「TS（検定統計量）」</a:t>
            </a:r>
          </a:p>
          <a:p>
            <a:r>
              <a:rPr lang="en-US" sz="1800" b="1" i="0">
                <a:solidFill>
                  <a:schemeClr val="tx1"/>
                </a:solidFill>
                <a:effectLst/>
                <a:latin typeface="+mn-lt"/>
              </a:rPr>
              <a:t>と呼ばれ</a:t>
            </a:r>
            <a:r>
              <a:rPr lang="ja-JP" altLang="en-US" sz="1800" b="1" i="0">
                <a:solidFill>
                  <a:schemeClr val="tx1"/>
                </a:solidFill>
                <a:effectLst/>
                <a:latin typeface="+mn-lt"/>
              </a:rPr>
              <a:t>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pPr marL="0" indent="0">
              <a:buNone/>
            </a:pPr>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332</TotalTime>
  <Words>9389</Words>
  <Application>Microsoft Office PowerPoint</Application>
  <PresentationFormat>Widescreen</PresentationFormat>
  <Paragraphs>696</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2026-10-05T05:17:07Z</dcterms:modified>
</cp:coreProperties>
</file>