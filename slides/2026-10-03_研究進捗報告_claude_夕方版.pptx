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65628" autoAdjust="0"/>
  </p:normalViewPr>
  <p:slideViewPr>
    <p:cSldViewPr snapToGrid="0" showGuides="1">
      <p:cViewPr varScale="1">
        <p:scale>
          <a:sx n="65" d="100"/>
          <a:sy n="65" d="100"/>
        </p:scale>
        <p:origin x="1502" y="4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addSld delSld modSld">
      <pc:chgData name="202304239" userId="ab1adf7a-b8eb-4038-b404-de23e20d8a3a" providerId="ADAL" clId="{6C0E59ED-D716-49AF-B2FA-B94E7B8E5A8C}" dt="2026-10-05T04:07:59.493" v="190" actId="20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addSp modSp new mod">
        <pc:chgData name="202304239" userId="ab1adf7a-b8eb-4038-b404-de23e20d8a3a" providerId="ADAL" clId="{6C0E59ED-D716-49AF-B2FA-B94E7B8E5A8C}" dt="2026-10-05T04:07:59.493" v="190" actId="207"/>
        <pc:sldMkLst>
          <pc:docMk/>
          <pc:sldMk cId="714849090" sldId="317"/>
        </pc:sldMkLst>
        <pc:spChg chg="add mod">
          <ac:chgData name="202304239" userId="ab1adf7a-b8eb-4038-b404-de23e20d8a3a" providerId="ADAL" clId="{6C0E59ED-D716-49AF-B2FA-B94E7B8E5A8C}" dt="2026-10-05T04:07:59.493" v="190" actId="207"/>
          <ac:spMkLst>
            <pc:docMk/>
            <pc:sldMk cId="714849090" sldId="317"/>
            <ac:spMk id="11" creationId="{54EEC75A-A1BF-4B87-31AF-F8D21C7F155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19"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448908" y="589084"/>
            <a:ext cx="2246141" cy="1862212"/>
          </a:xfrm>
          <a:prstGeom prst="flowChartConnector">
            <a:avLst/>
          </a:prstGeom>
          <a:gradFill flip="none" rotWithShape="1">
            <a:gsLst>
              <a:gs pos="0">
                <a:srgbClr val="7030A0">
                  <a:tint val="66000"/>
                  <a:satMod val="160000"/>
                </a:srgbClr>
              </a:gs>
              <a:gs pos="50000">
                <a:srgbClr val="7030A0">
                  <a:tint val="44500"/>
                  <a:satMod val="160000"/>
                </a:srgbClr>
              </a:gs>
              <a:gs pos="100000">
                <a:srgbClr val="7030A0">
                  <a:tint val="23500"/>
                  <a:satMod val="160000"/>
                </a:srgb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263</TotalTime>
  <Words>9493</Words>
  <Application>Microsoft Office PowerPoint</Application>
  <PresentationFormat>Widescreen</PresentationFormat>
  <Paragraphs>721</Paragraphs>
  <Slides>51</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2026-10-05T04:08:07Z</dcterms:modified>
</cp:coreProperties>
</file>