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7:04.200" v="139"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251</TotalTime>
  <Words>9452</Words>
  <Application>Microsoft Office PowerPoint</Application>
  <PresentationFormat>Widescreen</PresentationFormat>
  <Paragraphs>718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2026-10-05T03:47:05Z</dcterms:modified>
</cp:coreProperties>
</file>