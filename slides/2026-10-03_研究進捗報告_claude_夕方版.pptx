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565" autoAdjust="0"/>
  </p:normalViewPr>
  <p:slideViewPr>
    <p:cSldViewPr snapToGrid="0" showGuides="1">
      <p:cViewPr varScale="1">
        <p:scale>
          <a:sx n="82" d="100"/>
          <a:sy n="82" d="100"/>
        </p:scale>
        <p:origin x="96" y="19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2:40.901" v="325"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12:40.901" v="325"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09:16.613" v="294" actId="207"/>
          <ac:spMkLst>
            <pc:docMk/>
            <pc:sldMk cId="714849090" sldId="317"/>
            <ac:spMk id="11" creationId="{54EEC75A-A1BF-4B87-31AF-F8D21C7F155D}"/>
          </ac:spMkLst>
        </pc:spChg>
        <pc:spChg chg="add mod">
          <ac:chgData name="202304239" userId="ab1adf7a-b8eb-4038-b404-de23e20d8a3a" providerId="ADAL" clId="{6C0E59ED-D716-49AF-B2FA-B94E7B8E5A8C}" dt="2026-10-05T04:11:23.115" v="298" actId="14100"/>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502920" y="3902173"/>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268</TotalTime>
  <Words>9550</Words>
  <Application>Microsoft Office PowerPoint</Application>
  <PresentationFormat>Widescreen</PresentationFormat>
  <Paragraphs>725</Paragraphs>
  <Slides>51</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2026-10-05T04:12:46Z</dcterms:modified>
</cp:coreProperties>
</file>