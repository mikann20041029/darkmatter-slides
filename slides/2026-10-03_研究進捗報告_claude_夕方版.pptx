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178" y="30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13:31.914" v="651"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3:31.914" v="651"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3:31.914" v="651" actId="20577"/>
          <ac:spMkLst>
            <pc:docMk/>
            <pc:sldMk cId="714849090" sldId="317"/>
            <ac:spMk id="21" creationId="{88A0B93D-F931-0B83-FEA8-D265EBDE015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635262" y="6168628"/>
            <a:ext cx="6097554" cy="646331"/>
          </a:xfrm>
          <a:prstGeom prst="rect">
            <a:avLst/>
          </a:prstGeom>
          <a:noFill/>
        </p:spPr>
        <p:txBody>
          <a:bodyPr wrap="square">
            <a:spAutoFit/>
          </a:bodyPr>
          <a:lstStyle/>
          <a:p>
            <a:r>
              <a:rPr lang="en-US" sz="1800" b="0" i="0">
                <a:solidFill>
                  <a:schemeClr val="tx1"/>
                </a:solidFill>
                <a:effectLst/>
                <a:latin typeface="+mn-lt"/>
              </a:rPr>
              <a:t>2Δln L </a:t>
            </a:r>
            <a:r>
              <a:rPr lang="ja-JP" altLang="en-US" sz="1800" b="0" i="0">
                <a:solidFill>
                  <a:schemeClr val="tx1"/>
                </a:solidFill>
                <a:effectLst/>
                <a:latin typeface="+mn-lt"/>
              </a:rPr>
              <a:t>を使ったこのかんがえ</a:t>
            </a:r>
            <a:r>
              <a:rPr lang="en-US" sz="1800" b="0" i="0">
                <a:solidFill>
                  <a:schemeClr val="tx1"/>
                </a:solidFill>
                <a:effectLst/>
                <a:latin typeface="+mn-lt"/>
              </a:rPr>
              <a:t>「TS（検定統計量）」と呼ばれ</a:t>
            </a:r>
            <a:r>
              <a:rPr lang="ja-JP" altLang="en-US" sz="1800" b="0" i="0">
                <a:solidFill>
                  <a:schemeClr val="tx1"/>
                </a:solidFill>
                <a:effectLst/>
                <a:latin typeface="+mn-lt"/>
              </a:rPr>
              <a:t>ていて統計学の基本らしい、、</a:t>
            </a: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329</TotalTime>
  <Words>9405</Words>
  <Application>Microsoft Office PowerPoint</Application>
  <PresentationFormat>Widescreen</PresentationFormat>
  <Paragraphs>696</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ハローの形 3 通り：一番合う形も Totani と同じ</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2026-10-05T05:13:32Z</dcterms:modified>
</cp:coreProperties>
</file>