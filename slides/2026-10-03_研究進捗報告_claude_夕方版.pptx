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51:16.698" v="185"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256</TotalTime>
  <Words>9466</Words>
  <Application>Microsoft Office PowerPoint</Application>
  <PresentationFormat>Widescreen</PresentationFormat>
  <Paragraphs>718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2026-10-05T03:51:18Z</dcterms:modified>
</cp:coreProperties>
</file>