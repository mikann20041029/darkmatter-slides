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25:28.449" v="56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pc:chgData name="202304239" userId="ab1adf7a-b8eb-4038-b404-de23e20d8a3a" providerId="ADAL" clId="{6C0E59ED-D716-49AF-B2FA-B94E7B8E5A8C}" dt="2026-10-05T04:25:28.449" v="569"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4:25:28.449" v="569" actId="20577"/>
          <ac:spMkLst>
            <pc:docMk/>
            <pc:sldMk cId="714849090" sldId="317"/>
            <ac:spMk id="19" creationId="{6D1ECAA1-9C93-8B93-42E6-5DEB46F4112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a:t>９つの倍率をいい感じにして観測結果に近づけたい！→</a:t>
            </a:r>
            <a:r>
              <a:rPr lang="en-US" altLang="ja-JP"/>
              <a:t>halo</a:t>
            </a:r>
            <a:r>
              <a:rPr lang="ja-JP" altLang="en-US"/>
              <a:t>を入れた時すごく</a:t>
            </a:r>
            <a:r>
              <a:rPr lang="ja-JP" altLang="en-US">
                <a:solidFill>
                  <a:srgbClr val="FF0000"/>
                </a:solidFill>
              </a:rPr>
              <a:t>点数</a:t>
            </a:r>
            <a:r>
              <a:rPr lang="ja-JP" altLang="en-US"/>
              <a:t>が良くなったら必要ってこと</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281</TotalTime>
  <Words>9371</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2026-10-05T04:25:28Z</dcterms:modified>
</cp:coreProperties>
</file>