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20"/>
    <p:sldId id="316"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65628" autoAdjust="0"/>
  </p:normalViewPr>
  <p:slideViewPr>
    <p:cSldViewPr snapToGrid="0" showGuides="1">
      <p:cViewPr varScale="1">
        <p:scale>
          <a:sx n="65" d="100"/>
          <a:sy n="65" d="100"/>
        </p:scale>
        <p:origin x="53" y="3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5T03:49:46.800" v="146"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254</TotalTime>
  <Words>9454</Words>
  <Application>Microsoft Office PowerPoint</Application>
  <PresentationFormat>Widescreen</PresentationFormat>
  <Paragraphs>718</Paragraphs>
  <Slides>50</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2026-10-05T03:49:52Z</dcterms:modified>
</cp:coreProperties>
</file>