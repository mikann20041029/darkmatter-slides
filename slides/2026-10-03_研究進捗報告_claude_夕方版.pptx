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20"/>
    <p:sldId id="316"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45" autoAdjust="0"/>
    <p:restoredTop sz="65628" autoAdjust="0"/>
  </p:normalViewPr>
  <p:slideViewPr>
    <p:cSldViewPr snapToGrid="0" showGuides="1">
      <p:cViewPr varScale="1">
        <p:scale>
          <a:sx n="65" d="100"/>
          <a:sy n="65" d="100"/>
        </p:scale>
        <p:origin x="53" y="3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5T03:40:49.243" v="102"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modSp mod">
        <pc:chgData name="202304239" userId="ab1adf7a-b8eb-4038-b404-de23e20d8a3a" providerId="ADAL" clId="{6C0E59ED-D716-49AF-B2FA-B94E7B8E5A8C}" dt="2026-10-05T03:40:49.243" v="102" actId="20577"/>
        <pc:sldMkLst>
          <pc:docMk/>
          <pc:sldMk cId="0" sldId="308"/>
        </pc:sldMkLst>
        <pc:spChg chg="mod">
          <ac:chgData name="202304239" userId="ab1adf7a-b8eb-4038-b404-de23e20d8a3a" providerId="ADAL" clId="{6C0E59ED-D716-49AF-B2FA-B94E7B8E5A8C}" dt="2026-10-05T03:40:49.243" v="102" actId="20577"/>
          <ac:spMkLst>
            <pc:docMk/>
            <pc:sldMk cId="0" sldId="308"/>
            <ac:spMk id="3" creationId="{00000000-0000-0000-0000-000000000000}"/>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245</TotalTime>
  <Words>9451</Words>
  <Application>Microsoft Office PowerPoint</Application>
  <PresentationFormat>Widescreen</PresentationFormat>
  <Paragraphs>717</Paragraphs>
  <Slides>50</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2026-10-05T03:40:58Z</dcterms:modified>
</cp:coreProperties>
</file>