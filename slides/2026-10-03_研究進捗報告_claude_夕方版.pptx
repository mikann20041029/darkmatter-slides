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65628" autoAdjust="0"/>
  </p:normalViewPr>
  <p:slideViewPr>
    <p:cSldViewPr snapToGrid="0" showGuides="1">
      <p:cViewPr varScale="1">
        <p:scale>
          <a:sx n="65" d="100"/>
          <a:sy n="65" d="100"/>
        </p:scale>
        <p:origin x="53"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45:28.616" v="115"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modSp mod">
        <pc:chgData name="202304239" userId="ab1adf7a-b8eb-4038-b404-de23e20d8a3a" providerId="ADAL" clId="{6C0E59ED-D716-49AF-B2FA-B94E7B8E5A8C}" dt="2026-10-05T03:45:28.616" v="115" actId="20577"/>
        <pc:sldMkLst>
          <pc:docMk/>
          <pc:sldMk cId="0" sldId="308"/>
        </pc:sldMkLst>
        <pc:spChg chg="mod">
          <ac:chgData name="202304239" userId="ab1adf7a-b8eb-4038-b404-de23e20d8a3a" providerId="ADAL" clId="{6C0E59ED-D716-49AF-B2FA-B94E7B8E5A8C}" dt="2026-10-05T03:45:28.616" v="115" actId="20577"/>
          <ac:spMkLst>
            <pc:docMk/>
            <pc:sldMk cId="0" sldId="308"/>
            <ac:spMk id="3" creationId="{00000000-0000-0000-0000-000000000000}"/>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型₁ ＋ f₂ × 型₂ ＋ … ＋ f₉ × 型₉</a:t>
            </a:r>
          </a:p>
          <a:p>
            <a:pPr lvl="1"/>
            <a:r>
              <a:rPr sz="2200"/>
              <a:t>型は固定。動かすのは係数</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250</TotalTime>
  <Words>9446</Words>
  <Application>Microsoft Office PowerPoint</Application>
  <PresentationFormat>Widescreen</PresentationFormat>
  <Paragraphs>717</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2026-10-05T03:45:34Z</dcterms:modified>
</cp:coreProperties>
</file>