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94660"/>
  </p:normalViewPr>
  <p:slideViewPr>
    <p:cSldViewPr snapToGrid="0" showGuides="1">
      <p:cViewPr>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か所は 10/2 に今のコードで計算し直した (値は 7 月と同じ 1.264)。ばらつき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10/2 に今のコード (天の川の v20r と同じ版) で 79 か所すべてを計算し直した結果 (cloud_reports/2026-10-02_v20r_targets/)。7 月の結果との差は中央値 0.0002σ、最大 0.64σ。</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天の川のハローの明るさは v20r (10/1 再計算) の値、各天体の有意度は 10/2 の再計算。v20 の値を使っても 1.73 と 0.39 は変わらない。</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sz="2400" b="1"/>
              <a:t>研究</a:t>
            </a:r>
            <a:r>
              <a:rPr lang="ja-JP" altLang="en-US" sz="2400" b="1"/>
              <a:t>卒業</a:t>
            </a:r>
            <a:r>
              <a:rPr sz="2400" b="1"/>
              <a:t>：これを自分で再現し、本物かどうか確かめる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5" name="Picture 4">
            <a:extLst>
              <a:ext uri="{FF2B5EF4-FFF2-40B4-BE49-F238E27FC236}">
                <a16:creationId xmlns:a16="http://schemas.microsoft.com/office/drawing/2014/main" id="{B2B30F14-F3FD-3F53-EC7E-3A869D50EC03}"/>
              </a:ext>
            </a:extLst>
          </p:cNvPr>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995606" y="4690094"/>
            <a:ext cx="1753564" cy="707886"/>
          </a:xfrm>
          <a:prstGeom prst="rect">
            <a:avLst/>
          </a:prstGeom>
          <a:noFill/>
        </p:spPr>
        <p:txBody>
          <a:bodyPr wrap="square" rtlCol="0">
            <a:spAutoFit/>
          </a:bodyPr>
          <a:lstStyle/>
          <a:p>
            <a:r>
              <a:rPr lang="ja-JP" altLang="en-US" sz="4000"/>
              <a:t>６</a:t>
            </a:r>
            <a:r>
              <a:rPr lang="en-US" altLang="ja-JP" sz="4000"/>
              <a:t>bin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5" name="Picture 4">
            <a:extLst>
              <a:ext uri="{FF2B5EF4-FFF2-40B4-BE49-F238E27FC236}">
                <a16:creationId xmlns:a16="http://schemas.microsoft.com/office/drawing/2014/main" id="{1322290E-F674-5B31-CE05-04E65EC1C03F}"/>
              </a:ext>
            </a:extLst>
          </p:cNvPr>
          <p:cNvPicPr>
            <a:picLocks noChangeAspect="1"/>
          </p:cNvPicPr>
          <p:nvPr/>
        </p:nvPicPr>
        <p:blipFill>
          <a:blip r:embed="rId3"/>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r>
              <a:rPr sz="2400"/>
              <a:t>最尤の 1 点だけでなく、倍率 f が「どれくらいの範囲にありうるか」を知りたい</a:t>
            </a:r>
          </a:p>
          <a:p>
            <a:r>
              <a:rPr sz="2400"/>
              <a:t>MCMC：尤度に比例する確率で、パラメータの空間を歩き回る</a:t>
            </a:r>
          </a:p>
          <a:p>
            <a:pPr lvl="1"/>
            <a:r>
              <a:rPr sz="2000"/>
              <a:t>歩いた跡の分布 = パラメータの事後分布 → 誤差棒</a:t>
            </a:r>
          </a:p>
          <a:p>
            <a:r>
              <a:rPr sz="2400"/>
              <a:t>emcee を使用：32 本の歩行者、最初の 400 歩は捨てる</a:t>
            </a:r>
          </a:p>
          <a:p>
            <a:pPr lvl="1"/>
            <a:r>
              <a:rPr sz="2000"/>
              <a:t>自己相関時間の 50 倍以上の長さがあるか確認</a:t>
            </a:r>
          </a:p>
          <a:p>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3"/>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13〜16σ（予測とも一致）</a:t>
            </a:r>
          </a:p>
          <a:p>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主結果を 19.0σ（10/1 の再計算）に統一</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1.73</a:t>
            </a:r>
          </a:p>
          <a:p>
            <a:r>
              <a:rPr sz="2400"/>
              <a:t>実測 T = 0.39 → ずれ 1.3σ</a:t>
            </a:r>
          </a:p>
          <a:p>
            <a:r>
              <a:rPr sz="2400"/>
              <a:t>ただし、ここでは J に誤差は無いとしていた</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1.73</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1.73、ずれ 1.3σ（s = 1.26 なら 1.1σ）</a:t>
            </a:r>
          </a:p>
          <a:p>
            <a:pPr lvl="1"/>
            <a:r>
              <a:rPr sz="2000"/>
              <a:t>J の誤差あり：期待 2.4（68% で 1.3–5.0）、ずれ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168</TotalTime>
  <Words>3815</Words>
  <Application>Microsoft Office PowerPoint</Application>
  <PresentationFormat>Widescreen</PresentationFormat>
  <Paragraphs>349</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2026-10-01T19:16:14Z</dcterms:modified>
</cp:coreProperties>
</file>