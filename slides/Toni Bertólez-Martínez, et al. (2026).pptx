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5"/>
    <p:sldId id="258" r:id="rId3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</a:t>
            </a:r>
          </a:p>
          <a:p>
            <a:r>
              <a:t>パルサー説への反論は3つ: 銀河の内側でパルサーがほとんど見つかっていない / パルサーのもとになる X 線連星が少なく、超過の 4–11% しか説明できない / パルサーは生まれたときに飛ばされて広がるはずなのに、超過は中心に集中しすぎている。</a:t>
            </a:r>
          </a:p>
          <a:p>
            <a:r>
              <a:t>注意: これは GCE (35–65 GeV の WIMP) の話。僕の卒論の Totani の 20 GeV ハロー (0.5–0.8 TeV) とは別の信号。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</a:t>
            </a:r>
          </a:p>
          <a:p>
            <a:r>
              <a:t>J ファクターは「暗黒物質の密度の2乗を視線方向に積分した量」。2乗なのは、対消滅には粒子が2つ必要だから。密度が2倍なら信号は4倍。</a:t>
            </a:r>
          </a:p>
          <a:p>
            <a:r>
              <a:t>観測で決まるのは ⟨σv⟩ × J の組み合わせなので、J の見積もりがずれると ⟨σv⟩ の上限もずれる。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の内容。誤差の原因の個別の説明は本文 (Section II) なので深入りしない。</a:t>
            </a:r>
          </a:p>
          <a:p>
            <a:r>
              <a:t>Δlog10J = 0.5 は、J が 10^0.5 ≒ 3 倍くらいずれうる、という意味。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答えがわかっている仮想の宇宙を作って、解析がちゃんと正解を出せるか試した、というイメージ。</a:t>
            </a:r>
          </a:p>
          <a:p>
            <a:r>
              <a:t>「95% 上限」は本来、本物の値を間違って除外するのが 5% 以下になるはずのもの。この約束が守られているか (カバレッジ) を調べている。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の内容。論文は σ (推定した J の本当のばらつき) と σ_L (解析で仮定する幅) を分けて動かした。</a:t>
            </a:r>
          </a:p>
          <a:p>
            <a:r>
              <a:t>図は説明用のイメージで、論文の図ではない。幅 0.6 と 1.1 は見た目のための値。</a:t>
            </a:r>
          </a:p>
          <a:p>
            <a:r>
              <a:t>log10 J が正規分布でばらつくとして描いている (論文も J の誤差を Δlog10J で表し、2乗和で足している)。</a:t>
            </a:r>
          </a:p>
          <a:p>
            <a:r>
              <a:t>図は slides/figs/plot_sigma_vs_sigmaL.py で作った。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と conclusions の数字。誤差は「2乗和で足す」(合計 = √(元の誤差² + 足す誤差²))。</a:t>
            </a:r>
          </a:p>
          <a:p>
            <a:r>
              <a:t>上限の値は、誤差の扱い方しだいで何倍も変わる、というのがポイント。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の内容。95% 上限なのに、本物を除外する割合が 5% を大きく超える = 約束が守られていない (アンダーカバレッジ)。</a:t>
            </a:r>
          </a:p>
          <a:p>
            <a:r>
              <a:t>27 個あると、たまたま J が大きく出た天体がまざり、全体の上限を強く引っ張ってしまう。</a:t>
            </a:r>
          </a:p>
          <a:p>
            <a:r>
              <a:t>本文にある具体的な割合 (Section V) 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の内容。本当は cNFW 型のハローを、別の形で解析した場合。</a:t>
            </a:r>
          </a:p>
          <a:p>
            <a:r>
              <a:t>論文は、ハローの形や広がりも決め打ちせず、解析の中で動かせるようにすべきだと提案している。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の最後の内容。</a:t>
            </a:r>
          </a:p>
          <a:p>
            <a:r>
              <a:t>「矮小銀河で信号が無くて当然」とまでは言っていない。「無いからダメ」と判断するのが早すぎるかも、という主張。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docs/verification/verdict.md と docs/HANDOFF.md から。</a:t>
            </a:r>
          </a:p>
          <a:p>
            <a:r>
              <a:t>19.1σ は名目値なので「19σ だから確実」とは言わない。</a:t>
            </a:r>
          </a:p>
          <a:p>
            <a:r>
              <a:t>GCE は 35–65 GeV の WIMP、Totani の 20 GeV ハローは 0.5–0.8 TeV の WIMP。共通するのは「天の川の信号 vs 矮小銀河の上限」という構図だけ。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CD606-E3CE-F314-B3EE-F3D7028115CB}"/>
              </a:ext>
            </a:extLst>
          </p:cNvPr>
          <p:cNvSpPr txBox="1"/>
          <p:nvPr/>
        </p:nvSpPr>
        <p:spPr>
          <a:xfrm>
            <a:off x="5837182" y="5663239"/>
            <a:ext cx="6093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Reference:</a:t>
            </a:r>
            <a:r>
              <a:rPr lang="en-US"/>
              <a:t> Toni Bertólez-Martínez, et al. (2026). "Systematic uncertainties in the J-factor determination of dwarf spheroidal galaxies", </a:t>
            </a:r>
            <a:r>
              <a:rPr lang="en-US" i="1"/>
              <a:t>arXiv:2609.20944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0FE36-509A-D2B0-488B-C638301D6998}"/>
              </a:ext>
            </a:extLst>
          </p:cNvPr>
          <p:cNvSpPr txBox="1"/>
          <p:nvPr/>
        </p:nvSpPr>
        <p:spPr>
          <a:xfrm>
            <a:off x="1564727" y="1242113"/>
            <a:ext cx="94553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/>
              <a:t>Toni Bertólez-Martínez, et al. (2026)</a:t>
            </a:r>
            <a:r>
              <a:rPr lang="ja-JP" altLang="en-US" sz="4800"/>
              <a:t>の内容解説と、それを踏まえた</a:t>
            </a:r>
            <a:endParaRPr lang="en-US" altLang="ja-JP" sz="4800"/>
          </a:p>
          <a:p>
            <a:r>
              <a:rPr lang="ja-JP" altLang="en-US" sz="4800"/>
              <a:t>卒論拡張について</a:t>
            </a: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3854819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背景：銀河中心のガンマ線超過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Fermi-LAT で、銀河中心から余分なガンマ線が見つかっている</a:t>
            </a:r>
          </a:p>
          <a:p>
            <a:pPr/>
            <a:r>
              <a:rPr sz="2200"/>
              <a:t>暗黒物質（WIMP）が対消滅していると考えると、うまく説明できる</a:t>
            </a:r>
          </a:p>
          <a:p>
            <a:pPr lvl="1"/>
            <a:r>
              <a:rPr sz="1900"/>
              <a:t>質量 35–65 GeV、⟨σv⟩ ≈ (1–3)×10⁻²⁶ cm³/s</a:t>
            </a:r>
          </a:p>
          <a:p>
            <a:pPr/>
            <a:r>
              <a:rPr sz="2200"/>
              <a:t>ミリ秒パルサーで説明する説もあるが、否定的な材料が多い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確認役としての矮小銀河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本当に暗黒物質なら、矮小銀河からも同じガンマ線が来るはず</a:t>
            </a:r>
          </a:p>
          <a:p>
            <a:pPr/>
            <a:r>
              <a:rPr sz="2200"/>
              <a:t>矮小銀河の信号は銀河中心より 10³〜10⁴ 倍以上弱い</a:t>
            </a:r>
          </a:p>
          <a:p>
            <a:pPr/>
            <a:r>
              <a:rPr sz="2200"/>
              <a:t>でもガスや星形成がほとんど無く、ほかのガンマ線が少ない</a:t>
            </a:r>
          </a:p>
          <a:p>
            <a:pPr/>
            <a:r>
              <a:rPr sz="2200"/>
              <a:t>どれくらい光るはずかは「J ファクター」で決まる</a:t>
            </a:r>
          </a:p>
          <a:p>
            <a:pPr lvl="1"/>
            <a:r>
              <a:rPr sz="1900"/>
              <a:t>J ファクター = 暗黒物質の密度を2乗して、視線方向に足し合わせた量</a:t>
            </a:r>
          </a:p>
          <a:p>
            <a:pPr lvl="1"/>
            <a:r>
              <a:rPr sz="1900"/>
              <a:t>矮小銀河の J は、星の動きから推定するしかない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この論文の問題意識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矮小銀河の J の誤差は、小さく見積もられているのではないか</a:t>
            </a:r>
          </a:p>
          <a:p>
            <a:pPr/>
            <a:r>
              <a:rPr sz="2200"/>
              <a:t>誤差の原因として、次のようなものが見落とされがち</a:t>
            </a:r>
          </a:p>
          <a:p>
            <a:pPr lvl="1"/>
            <a:r>
              <a:rPr sz="1900"/>
              <a:t>どの星が矮小銀河のメンバーか / 見分けられていない連星</a:t>
            </a:r>
          </a:p>
          <a:p>
            <a:pPr lvl="1"/>
            <a:r>
              <a:rPr sz="1900"/>
              <a:t>釣り合いや球対称からのズレ / 密度分布の形の仮定</a:t>
            </a:r>
          </a:p>
          <a:p>
            <a:pPr/>
            <a:r>
              <a:rPr sz="2200"/>
              <a:t>文献ごとの J の値は、書かれている誤差より大きくばらついている</a:t>
            </a:r>
          </a:p>
          <a:p>
            <a:pPr/>
            <a:r>
              <a:rPr sz="2200"/>
              <a:t>Δlog₁₀J ≈ 0.5（約3倍）くらいの誤差は見込むべき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この論文がやったこと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暗黒物質の信号が「ある」宇宙を、シミュレーションで何度も作る</a:t>
            </a:r>
          </a:p>
          <a:p>
            <a:pPr/>
            <a:r>
              <a:rPr sz="2200"/>
              <a:t>J の誤差の扱いを変えながら、その宇宙を解析する</a:t>
            </a:r>
          </a:p>
          <a:p>
            <a:pPr/>
            <a:r>
              <a:rPr sz="2200"/>
              <a:t>本物の信号を、間違って「無い」と判定してしまう回数を数える</a:t>
            </a:r>
          </a:p>
          <a:p>
            <a:pPr/>
            <a:r>
              <a:rPr sz="2200"/>
              <a:t>対象：矮小銀河 1 個（Ursa Minor）と、27 個をまとめた解析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2つの「誤差」：σ と σ_L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120640" cy="0"/>
          </a:xfrm>
        </p:spPr>
        <p:txBody>
          <a:bodyPr/>
          <a:lstStyle/>
          <a:p>
            <a:pPr/>
            <a:r>
              <a:rPr sz="2000"/>
              <a:t>σ：J の本当のブレ</a:t>
            </a:r>
          </a:p>
          <a:p>
            <a:pPr/>
            <a:r>
              <a:rPr sz="2000"/>
              <a:t>σ_L：解析ソフトに伝えるブレ</a:t>
            </a:r>
          </a:p>
          <a:p>
            <a:pPr/>
            <a:r>
              <a:rPr sz="2000"/>
              <a:t>σ_L が小さすぎる = ソフトが自信満々</a:t>
            </a:r>
          </a:p>
          <a:p>
            <a:pPr lvl="1"/>
            <a:r>
              <a:rPr sz="1700"/>
              <a:t>「こんなに光るはずなのに見えない、だから暗黒物質は無い」と言い切ってしまう</a:t>
            </a:r>
          </a:p>
        </p:txBody>
      </p:sp>
      <p:pic>
        <p:nvPicPr>
          <p:cNvPr id="4" name="Picture 3" descr="fig_sigma_vs_sigm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5760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わかったこと①：誤差を正直に広げると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上限がゆるくなる（暗黒物質を否定する力が弱くなる）</a:t>
            </a:r>
          </a:p>
          <a:p>
            <a:pPr/>
            <a:r>
              <a:rPr sz="2200"/>
              <a:t>矮小銀河 1 個（Ursa Minor）</a:t>
            </a:r>
          </a:p>
          <a:p>
            <a:pPr lvl="1"/>
            <a:r>
              <a:rPr sz="1900"/>
              <a:t>誤差を 0.3 / 0.5 / 1.0 足すと、上限が 1.5 / 2.5 / 11 倍ゆるくなる</a:t>
            </a:r>
          </a:p>
          <a:p>
            <a:pPr/>
            <a:r>
              <a:rPr sz="2200"/>
              <a:t>27 個をまとめた解析</a:t>
            </a:r>
          </a:p>
          <a:p>
            <a:pPr lvl="1"/>
            <a:r>
              <a:rPr sz="1900"/>
              <a:t>誤差を 0.5 / 1.0 足すと、上限が 1.4 / 3.2 倍ゆるくなる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わかったこと②：誤差を小さく見積もると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本物の信号を、間違って「無い」と判定しやすくなる</a:t>
            </a:r>
          </a:p>
          <a:p>
            <a:pPr/>
            <a:r>
              <a:rPr sz="2200"/>
              <a:t>27 個をまとめた解析では特にひどい</a:t>
            </a:r>
          </a:p>
          <a:p>
            <a:pPr lvl="1"/>
            <a:r>
              <a:rPr sz="1900"/>
              <a:t>ふつうの設定でも、5% をはるかに超える頻度で本物を除外</a:t>
            </a:r>
          </a:p>
          <a:p>
            <a:pPr lvl="1"/>
            <a:r>
              <a:rPr sz="1900"/>
              <a:t>誤差を正しく合わせても、完全には直らない</a:t>
            </a:r>
          </a:p>
          <a:p>
            <a:pPr/>
            <a:r>
              <a:rPr sz="2200"/>
              <a:t>論文のおすすめ：空の領域（blank field）などで実際に試して較正する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わかったこと③：ハローの形を間違えると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上限が厳しく出すぎる</a:t>
            </a:r>
          </a:p>
          <a:p>
            <a:pPr/>
            <a:r>
              <a:rPr sz="2200"/>
              <a:t>Ursa Minor の場合</a:t>
            </a:r>
          </a:p>
          <a:p>
            <a:pPr lvl="1"/>
            <a:r>
              <a:rPr sz="1900"/>
              <a:t>形を間違える（球対称の NFW で解析）→ 2.4 倍</a:t>
            </a:r>
          </a:p>
          <a:p>
            <a:pPr lvl="1"/>
            <a:r>
              <a:rPr sz="1900"/>
              <a:t>広がりを無視する（点として解析）→ 1.4 倍</a:t>
            </a:r>
          </a:p>
          <a:p>
            <a:pPr/>
            <a:r>
              <a:rPr sz="2200"/>
              <a:t>27 個全部を点として扱うと、本物を除外する割合が大きく増える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J の誤差やハローの形をきちんと扱わないと、矮小銀河の上限は厳しく出すぎる</a:t>
            </a:r>
          </a:p>
          <a:p>
            <a:pPr/>
            <a:r>
              <a:rPr sz="2200"/>
              <a:t>なので「銀河中心の信号と矮小銀河が矛盾する」と言い切るのはまだ早い</a:t>
            </a:r>
          </a:p>
          <a:p>
            <a:pPr/>
            <a:r>
              <a:rPr sz="2200"/>
              <a:t>矮小銀河が大事な確認役であることは変わらない</a:t>
            </a:r>
          </a:p>
          <a:p>
            <a:pPr/>
            <a:r>
              <a:rPr sz="2200"/>
              <a:t>今後は、J の誤差をもっと良く抑えることが必要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卒論とのつながり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僕の主結果（Bin6, 20.76 GeV で 19.1σ）の σ は名目値</a:t>
            </a:r>
          </a:p>
          <a:p>
            <a:pPr lvl="1"/>
            <a:r>
              <a:rPr sz="1700"/>
              <a:t>何も無い空の領域 833 か所で試すと、ばらつきは 1 ではなく 1.362、最大 4.50σ</a:t>
            </a:r>
          </a:p>
          <a:p>
            <a:pPr lvl="1"/>
            <a:r>
              <a:rPr sz="1700"/>
              <a:t>論文がすすめる blank field での較正は、2026-07-31 にやっていた</a:t>
            </a:r>
          </a:p>
          <a:p>
            <a:pPr/>
            <a:r>
              <a:rPr sz="2000"/>
              <a:t>弱点：矮小銀河の J の誤差をゼロとして扱っていた</a:t>
            </a:r>
          </a:p>
          <a:p>
            <a:pPr lvl="1"/>
            <a:r>
              <a:rPr sz="1700"/>
              <a:t>矮小銀河の期待信号は 1.35–5.4σ。J の誤差を入れると幅はさらに広がり、判定できない</a:t>
            </a:r>
          </a:p>
          <a:p>
            <a:pPr/>
            <a:r>
              <a:rPr sz="2000"/>
              <a:t>注意：この論文の信号（GCE）と、Totani の 20 GeV ハローは別の信号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