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5"/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.dev/HANDOFF.md、判定記録 (.dev/teams/regionac-dwarf-verification/verdict.md)、cloud_reports/2026-10-01_*.md から。</a:t>
            </a:r>
          </a:p>
          <a:p>
            <a:r>
              <a:t>ICS (逆コンプトン散乱) = 宇宙線の電子が星の光をはね上げて出すガンマ線。銀河全体に広がっていて、ハローと形がよく似ている。</a:t>
            </a:r>
          </a:p>
          <a:p>
            <a:r>
              <a:t>縮退 = 2つの成分の形が似ていて、フィットでどちらに割り振っても同じくらい合ってしまう状態。たとえ: 部屋の電球 (ICS) ともう1つの光 (ハロー) が写真でほぼ同じ形に見える。</a:t>
            </a:r>
          </a:p>
          <a:p>
            <a:r>
              <a:t>19.0σ は 2026-10-01 の再計算 (v20r、コードと設定の記録付き)。Totani の報告は 13–19σ。名目値なので「19σ だから確実」とは言わない。</a:t>
            </a:r>
          </a:p>
          <a:p>
            <a:r>
              <a:t>バブル除外の低下は、ハローを見分ける手がかりの偏り (フィッシャー情報) だけで予測 6.4σ、実測 5.0σ。同じ面積を経度方向にずらした対照でも予測と実測は合う。バブルの内と外でハローの明るさの差は 1.5σ で、意味のある差は無い。</a:t>
            </a:r>
          </a:p>
          <a:p>
            <a:r>
              <a:t>ICS の計算の等方近似は原因ではない: 非等方にしても ICS は 1.1〜1.3 倍で、外側のほうが少し大きい (Moskalenko &amp; Strong 2000)。</a:t>
            </a:r>
          </a:p>
          <a:p>
            <a:r>
              <a:t>残る疑問: GALPROP の ICS の形が、バブル領域で 2.3 倍もずれているか。今の道具では確かめられない。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79 か所 = 矮小銀河 54 (LMC/SMC 含む) + M31/M33 + 対照フィールド 23 (2026-07-31)。</a:t>
            </a:r>
          </a:p>
          <a:p>
            <a:r>
              <a:t>予測は「天の川のハローの明るさ × (矮小銀河の J / 天の川の J)」で出した。粒子の性質 (質量など) は比をとると消えるので仮定していない。</a:t>
            </a:r>
          </a:p>
          <a:p>
            <a:r>
              <a:t>ただし天の川側の密度 (ρ_s) の仮定が2乗で効くので、予測は 1.35–5.4σ という幅になる。実測 −0.18σ と強く矛盾するとは言えない (判定記録 (verdict.md) の C3)。</a:t>
            </a:r>
          </a:p>
          <a:p>
            <a:r>
              <a:t>ここで矮小銀河の J の誤差はゼロとして扱っていた → 次のスライドへ。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つなぎのスライド。</a:t>
            </a:r>
          </a:p>
          <a:p>
            <a:r>
              <a:t>この論文の信号 (銀河中心 GeV 超過 GCE、35–65 GeV の WIMP) と、僕の信号 (Totani の 20 GeV ハロー、0.5–0.8 TeV の WIMP) は別物。</a:t>
            </a:r>
          </a:p>
          <a:p>
            <a:r>
              <a:t>共通するのは「天の川の信号 vs 矮小銀河の上限」という構図。矮小銀河の J の誤差の話は、どちらの信号でも同じように効く。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の内容。銀河中心 GeV 超過 = GCE。</a:t>
            </a:r>
          </a:p>
          <a:p>
            <a:r>
              <a:t>パルサー説への反論は3つ: 銀河の内側でパルサーがほとんど見つかっていない / パルサーのもとになる X 線連星が少なく、超過の 4–11% しか説明できない / パルサーは生まれたときに飛ばされて広がるはずなのに、超過は中心に集中しすぎている。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の内容。</a:t>
            </a:r>
          </a:p>
          <a:p>
            <a:r>
              <a:t>J ファクターは「暗黒物質の密度の2乗を視線方向に積分した量」。2乗なのは、対消滅には粒子が2つ必要だから。密度が2倍なら信号は4倍。</a:t>
            </a:r>
          </a:p>
          <a:p>
            <a:r>
              <a:t>観測で決まるのは ⟨σv⟩ × J の組み合わせなので、J の見積もりがずれると ⟨σv⟩ の上限もずれる。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の内容。誤差の原因の個別の説明は本文 (Section II) なので深入りしない。</a:t>
            </a:r>
          </a:p>
          <a:p>
            <a:r>
              <a:t>文献ごとの J の値は、書かれている誤差よりも大きくばらついている。</a:t>
            </a:r>
          </a:p>
          <a:p>
            <a:r>
              <a:t>Δlog10J = 0.5 は、J が 10^0.5 ≒ 3 倍くらいずれうる、という意味。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答えがわかっている仮想の宇宙を作って、解析がちゃんと正解を出せるか試した、というイメージ。</a:t>
            </a:r>
          </a:p>
          <a:p>
            <a:r>
              <a:t>「95% 上限」は本来、本物の値を間違って除外するのが 5% 以下になるはずのもの。この約束が守られているか (カバレッジ) を調べている。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の内容。論文は σ (推定した J の本当のばらつき) と σ_L (解析で仮定する幅) を分けて動かした。</a:t>
            </a:r>
          </a:p>
          <a:p>
            <a:r>
              <a:t>図は説明用のイメージで、論文の図ではない。細い山 = ソフトの自信、太い山 = 本当のブレ。幅 0.6 と 1.1 は見た目のための値。</a:t>
            </a:r>
          </a:p>
          <a:p>
            <a:r>
              <a:t>log10 J が正規分布でばらつくとして描いている (論文も J の誤差を Δlog10J で表し、2乗和で足している)。</a:t>
            </a:r>
          </a:p>
          <a:p>
            <a:r>
              <a:t>図は slides/figs/plot_sigma_vs_sigmaL.py で作った。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と conclusions の数字。誤差は「2乗和で足す」(合計 = √(元の誤差² + 足す誤差²))。</a:t>
            </a:r>
          </a:p>
          <a:p>
            <a:r>
              <a:t>上限の値は、誤差の扱い方しだいで何倍も変わる、というのがポイント。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の内容。95% 上限なのに、本物を除外する割合が 5% を大きく超える = 約束が守られていない (アンダーカバレッジ)。</a:t>
            </a:r>
          </a:p>
          <a:p>
            <a:r>
              <a:t>27 個あると、たまたま J が大きく出た天体がまざり、全体の上限を強く引っ張ってしまう。</a:t>
            </a:r>
          </a:p>
          <a:p>
            <a:r>
              <a:t>「何も無い領域」= blank field。本文にある具体的な割合 (Section V) 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の内容。本当は cNFW 型のハローを、別の形で解析した場合。</a:t>
            </a:r>
          </a:p>
          <a:p>
            <a:r>
              <a:t>論文は、ハローの形や広がりも決め打ちせず、解析の中で動かせるようにすべきだと提案している。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の最後の内容。</a:t>
            </a:r>
          </a:p>
          <a:p>
            <a:r>
              <a:t>「矮小銀河で信号が無くて当然」とまでは言っていない。「無いからダメ」と判断するのが早すぎるかも、という主張。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.dev/HANDOFF.md と .dev/teams/regionac-dwarf-verification/verdict.md から。</a:t>
            </a:r>
          </a:p>
          <a:p>
            <a:r>
              <a:t>較正は 2026-07-31 に実施。何も無い対照領域 23 か所 (250 個の有意度) では平均 −0.021、標準偏差 1.362、最大 4.50σ、|σ|&gt;3 が 2.4% (理論なら 0.27%)。</a:t>
            </a:r>
          </a:p>
          <a:p>
            <a:r>
              <a:t>弱点として正直に言う: 矮小銀河の J の誤差をゼロとして扱っていた。</a:t>
            </a:r>
          </a:p>
          <a:p>
            <a:r>
              <a:t>予測の出し直しは本体リポジトリで計算する (卒論は 12 月執筆・1 月発表なので、大がかりな新規解析はしない)。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僕の研究①：ICS とハローの縮退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Totani の 20 GeV ハローを再現（Bin6 で 19.0σ）</a:t>
            </a:r>
          </a:p>
          <a:p>
            <a:pPr/>
            <a:r>
              <a:rPr sz="3000"/>
              <a:t>ICS とハローは、空での形がよく似ている（縮退）</a:t>
            </a:r>
          </a:p>
          <a:p>
            <a:pPr lvl="1"/>
            <a:r>
              <a:rPr sz="2400"/>
              <a:t>違いは「銀河中心の方向に集まっているか」だけ</a:t>
            </a:r>
          </a:p>
          <a:p>
            <a:pPr/>
            <a:r>
              <a:rPr sz="3000"/>
              <a:t>バブル領域を外すと 19.0σ → 5.0σ に下がる</a:t>
            </a:r>
          </a:p>
          <a:p>
            <a:pPr lvl="1"/>
            <a:r>
              <a:rPr sz="2400"/>
              <a:t>手がかりがそこに集まっているため。汚染の証拠ではない</a:t>
            </a:r>
          </a:p>
          <a:p>
            <a:pPr/>
            <a:r>
              <a:rPr sz="3000"/>
              <a:t>ハローが偽物なら、ICS がバブル領域で約 2.3 倍明るい必要がある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僕の研究②：矮小銀河への拡張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同じ手法を、矮小銀河など 79 か所に使った</a:t>
            </a:r>
          </a:p>
          <a:p>
            <a:pPr lvl="1"/>
            <a:r>
              <a:rPr sz="2400"/>
              <a:t>どこにも信号は見えなかった（最大 +3.46σ）</a:t>
            </a:r>
          </a:p>
          <a:p>
            <a:pPr/>
            <a:r>
              <a:rPr sz="3000"/>
              <a:t>天の川のハローから、矮小銀河で見えるはずの信号を予測</a:t>
            </a:r>
          </a:p>
          <a:p>
            <a:pPr lvl="1"/>
            <a:r>
              <a:rPr sz="2400"/>
              <a:t>予測 1.35–5.4σ　／　実測 −0.18σ</a:t>
            </a:r>
          </a:p>
          <a:p>
            <a:pPr/>
            <a:r>
              <a:rPr sz="3000"/>
              <a:t>予測の幅が広く、矛盾とも一致とも言えない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ここで、この論文が使える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矮小銀河の予測は、J ファクター（どれくらい光るかの見込み）で決まる</a:t>
            </a:r>
          </a:p>
          <a:p>
            <a:pPr/>
            <a:r>
              <a:rPr sz="3000"/>
              <a:t>僕は、矮小銀河の J の誤差をゼロとして扱っていた</a:t>
            </a:r>
          </a:p>
          <a:p>
            <a:pPr/>
            <a:r>
              <a:rPr sz="3000"/>
              <a:t>この論文：J の誤差は小さく見積もられがちで、結果に大きく響く</a:t>
            </a:r>
          </a:p>
          <a:p>
            <a:pPr/>
            <a:r>
              <a:rPr sz="3000"/>
              <a:t>→ 僕の矮小銀河の結果にも、そのまま当てはまる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背景：銀河中心のガンマ線超過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Fermi-LAT で、銀河中心に余分なガンマ線が見つかった</a:t>
            </a:r>
          </a:p>
          <a:p>
            <a:pPr/>
            <a:r>
              <a:rPr sz="3000"/>
              <a:t>暗黒物質（WIMP）の対消滅で、うまく説明できる</a:t>
            </a:r>
          </a:p>
          <a:p>
            <a:pPr lvl="1"/>
            <a:r>
              <a:rPr sz="2400"/>
              <a:t>質量 35–65 GeV、⟨σv⟩ ≈ (1–3)×10⁻²⁶ cm³/s</a:t>
            </a:r>
          </a:p>
          <a:p>
            <a:pPr/>
            <a:r>
              <a:rPr sz="3000"/>
              <a:t>ミリ秒パルサー説もあるが、否定的な材料が多い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確認役としての矮小銀河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本当に暗黒物質なら、矮小銀河からも来るはず</a:t>
            </a:r>
          </a:p>
          <a:p>
            <a:pPr/>
            <a:r>
              <a:rPr sz="3000"/>
              <a:t>信号は銀河中心より 10³〜10⁴ 倍以上弱い</a:t>
            </a:r>
          </a:p>
          <a:p>
            <a:pPr/>
            <a:r>
              <a:rPr sz="3000"/>
              <a:t>でも、ガスや星形成がほとんど無く雑音が少ない</a:t>
            </a:r>
          </a:p>
          <a:p>
            <a:pPr/>
            <a:r>
              <a:rPr sz="3000"/>
              <a:t>どれくらい光るかは「J ファクター」で決まる</a:t>
            </a:r>
          </a:p>
          <a:p>
            <a:pPr lvl="1"/>
            <a:r>
              <a:rPr sz="2400"/>
              <a:t>暗黒物質の密度を2乗して、視線方向に足し合わせた量</a:t>
            </a:r>
          </a:p>
          <a:p>
            <a:pPr lvl="1"/>
            <a:r>
              <a:rPr sz="2400"/>
              <a:t>矮小銀河の J は、星の動きから推定するしかない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この論文の問題意識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矮小銀河の J の誤差は、小さく見積もられている</a:t>
            </a:r>
          </a:p>
          <a:p>
            <a:pPr/>
            <a:r>
              <a:rPr sz="3000"/>
              <a:t>見落とされがちな誤差の原因</a:t>
            </a:r>
          </a:p>
          <a:p>
            <a:pPr lvl="1"/>
            <a:r>
              <a:rPr sz="2400"/>
              <a:t>星の所属判定 ／ 見分けられていない連星</a:t>
            </a:r>
          </a:p>
          <a:p>
            <a:pPr lvl="1"/>
            <a:r>
              <a:rPr sz="2400"/>
              <a:t>釣り合い・球対称からのズレ ／ 密度分布の形の仮定</a:t>
            </a:r>
          </a:p>
          <a:p>
            <a:pPr/>
            <a:r>
              <a:rPr sz="3000"/>
              <a:t>Δlog₁₀J ≈ 0.5（約 3 倍）の誤差は見込むべき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この論文がやったこと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暗黒物質の信号が「ある」宇宙を、何度も作る</a:t>
            </a:r>
          </a:p>
          <a:p>
            <a:pPr/>
            <a:r>
              <a:rPr sz="3000"/>
              <a:t>J の誤差の扱いを変えながら、解析する</a:t>
            </a:r>
          </a:p>
          <a:p>
            <a:pPr/>
            <a:r>
              <a:rPr sz="3000"/>
              <a:t>本物を「無い」と間違えた回数を数える</a:t>
            </a:r>
          </a:p>
          <a:p>
            <a:pPr/>
            <a:r>
              <a:rPr sz="3000"/>
              <a:t>対象：Ursa Minor 1 個と、27 個まとめた解析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2つの「誤差」：σ と σ_L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120640" cy="0"/>
          </a:xfrm>
        </p:spPr>
        <p:txBody>
          <a:bodyPr/>
          <a:lstStyle/>
          <a:p>
            <a:pPr/>
            <a:r>
              <a:rPr sz="2600"/>
              <a:t>σ：J の本当のブレ</a:t>
            </a:r>
          </a:p>
          <a:p>
            <a:pPr/>
            <a:r>
              <a:rPr sz="2600"/>
              <a:t>σ_L：ソフトに伝えるブレ</a:t>
            </a:r>
          </a:p>
          <a:p>
            <a:pPr/>
            <a:r>
              <a:rPr sz="2600"/>
              <a:t>σ_L が小さい ＝ ソフトが自信満々</a:t>
            </a:r>
          </a:p>
          <a:p>
            <a:pPr lvl="1"/>
            <a:r>
              <a:rPr sz="2000"/>
              <a:t>「見えないから暗黒物質は無い」と言い切ってしまう</a:t>
            </a:r>
          </a:p>
        </p:txBody>
      </p:sp>
      <p:pic>
        <p:nvPicPr>
          <p:cNvPr id="4" name="Picture 3" descr="fig_sigma_vs_sigm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57607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わかったこと①：誤差を正直に広げると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上限がゆるくなる（否定する力が弱まる）</a:t>
            </a:r>
          </a:p>
          <a:p>
            <a:pPr/>
            <a:r>
              <a:rPr sz="3000"/>
              <a:t>Ursa Minor 1 個</a:t>
            </a:r>
          </a:p>
          <a:p>
            <a:pPr lvl="1"/>
            <a:r>
              <a:rPr sz="2400"/>
              <a:t>誤差 +0.3 / +0.5 / +1.0 → 1.5 / 2.5 / 11 倍ゆるく</a:t>
            </a:r>
          </a:p>
          <a:p>
            <a:pPr/>
            <a:r>
              <a:rPr sz="3000"/>
              <a:t>27 個まとめた解析</a:t>
            </a:r>
          </a:p>
          <a:p>
            <a:pPr lvl="1"/>
            <a:r>
              <a:rPr sz="2400"/>
              <a:t>誤差 +0.5 / +1.0 → 1.4 / 3.2 倍ゆるく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わかったこと②：誤差を小さく見積もると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本物を「無い」と間違えやすくなる</a:t>
            </a:r>
          </a:p>
          <a:p>
            <a:pPr/>
            <a:r>
              <a:rPr sz="3000"/>
              <a:t>27 個まとめた解析では特にひどい</a:t>
            </a:r>
          </a:p>
          <a:p>
            <a:pPr lvl="1"/>
            <a:r>
              <a:rPr sz="2400"/>
              <a:t>ふつうの設定でも、5% をはるかに超える頻度で間違える</a:t>
            </a:r>
          </a:p>
          <a:p>
            <a:pPr lvl="1"/>
            <a:r>
              <a:rPr sz="2400"/>
              <a:t>誤差を正しく合わせても、完全には直らない</a:t>
            </a:r>
          </a:p>
          <a:p>
            <a:pPr/>
            <a:r>
              <a:rPr sz="3000"/>
              <a:t>論文のおすすめ：何も無い領域で試して較正する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わかったこと③：ハローの形を間違えると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上限が厳しく出すぎる</a:t>
            </a:r>
          </a:p>
          <a:p>
            <a:pPr/>
            <a:r>
              <a:rPr sz="3000"/>
              <a:t>Ursa Minor の場合</a:t>
            </a:r>
          </a:p>
          <a:p>
            <a:pPr lvl="1"/>
            <a:r>
              <a:rPr sz="2400"/>
              <a:t>形を間違える（球対称の NFW で解析）→ 2.4 倍</a:t>
            </a:r>
          </a:p>
          <a:p>
            <a:pPr lvl="1"/>
            <a:r>
              <a:rPr sz="2400"/>
              <a:t>広がりを無視する（点として解析）→ 1.4 倍</a:t>
            </a:r>
          </a:p>
          <a:p>
            <a:pPr/>
            <a:r>
              <a:rPr sz="3000"/>
              <a:t>27 個全部を点として扱うと、本物を除外しやすい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J の誤差や形を雑に扱うと、上限は厳しく出すぎる</a:t>
            </a:r>
          </a:p>
          <a:p>
            <a:pPr/>
            <a:r>
              <a:rPr sz="3000"/>
              <a:t>「銀河中心と矮小銀河が矛盾する」とは、まだ言えない</a:t>
            </a:r>
          </a:p>
          <a:p>
            <a:pPr/>
            <a:r>
              <a:rPr sz="3000"/>
              <a:t>矮小銀河が大事な確認役なのは変わらない</a:t>
            </a:r>
          </a:p>
          <a:p>
            <a:pPr/>
            <a:r>
              <a:rPr sz="3000"/>
              <a:t>今後は、J の誤差をもっと抑えることが必要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論文の結果を、僕の研究に当てはめると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3000"/>
              <a:t>論文がすすめる「何も無い領域での較正」は、やっていた</a:t>
            </a:r>
          </a:p>
          <a:p>
            <a:pPr lvl="1"/>
            <a:r>
              <a:rPr sz="2400"/>
              <a:t>何も無い空の領域 23 か所で、σ のばらつきは 1 ではなく 1.362</a:t>
            </a:r>
          </a:p>
          <a:p>
            <a:pPr lvl="1"/>
            <a:r>
              <a:rPr sz="2400"/>
              <a:t>19.0σ は名目値。「19σ だから確実」とは言えない</a:t>
            </a:r>
          </a:p>
          <a:p>
            <a:pPr/>
            <a:r>
              <a:rPr sz="3000"/>
              <a:t>J の誤差（約 3 倍）を入れると、矮小銀河の予測はさらに広がる</a:t>
            </a:r>
          </a:p>
          <a:p>
            <a:pPr lvl="1"/>
            <a:r>
              <a:rPr sz="2400"/>
              <a:t>1.35–5.4σ よりも広くなり、やはり判定できない</a:t>
            </a:r>
          </a:p>
          <a:p>
            <a:pPr/>
            <a:r>
              <a:rPr sz="3000"/>
              <a:t>今後：J の誤差を入れて、予測を出し直す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