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048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C07F5-A8D7-0C62-8557-F6A9A41A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詳細な</a:t>
            </a:r>
            <a:r>
              <a:rPr lang="en-US" altLang="ja-JP"/>
              <a:t>method</a:t>
            </a:r>
            <a:r>
              <a:rPr lang="ja-JP" altLang="en-US"/>
              <a:t>について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CEF91-1133-2D51-154E-11C718169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52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5344-657D-3FE4-2B08-787E43CBC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981EB-6624-6CA7-0F77-0318D6B80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617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