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今日の流れ: 今の研究 → 起きた問題 3 つ → 調べて分かったこと → 矮小銀河への適用 (7 月に実施済み) と結果 → 矮小銀河の J ファクターの誤差を論じた論文 (Bertólez-Martínez+ 2026) の解説 → その誤差を自分の結果に当てはめた結果 → 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Totani (2025, arXiv:2507.07209): 天の川を包む暗黒物質ハローから 20 GeV 付近に超過、13–19σ。WIMP なら 0.5–0.8 TeV。銀河中心 GeV 超過 (GCE、35–65 GeV) とは別の信号。</a:t>
            </a:r>
          </a:p>
          <a:p>
            <a:r>
              <a:t>Fermi-LAT 15 年分、13 エネルギービン、9 成分を同時に当てはめ、ハロー有り・無しの差から有意度を出す。</a:t>
            </a:r>
          </a:p>
          <a:p>
            <a:r>
              <a:t>図: 青が本研究 (v20r、10/1 に記録付きで再計算)、赤が Totani Fig.9。山・谷の位置も一致。Bin6 (20.76 GeV) で 19.0σ。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(a) 何も無い対照領域 23 か所 (250 個の有意度) で同じ解析をすると、σ の分布の標準偏差は 1 ではなく 1.362、最大 +4.50σ、|σ|&gt;3 が 2.4% (期待 0.27%)。19σ という数字そのものは過大評価になっている。</a:t>
            </a:r>
          </a:p>
          <a:p>
            <a:r>
              <a:t>(b) フェルミバブルの矩形 |l|&lt;22°, 10°&lt;|b|&lt;55° を当てはめから外すと 19.0σ → 4.96σ。</a:t>
            </a:r>
          </a:p>
          <a:p>
            <a:r>
              <a:t>(c) 7/23 に出した v20 (19.1σ) を同じ設定で計算し直しても一致しなかった。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たとえ: 部屋に電球 (ICS) がついていて、もう 1 つの光 (ハロー) を探している。写真では 2 つの光の形がほとんど同じなので、余った明るさが本当にもう 1 つの光なのか、電球が少し明るいだけなのか見分けにくい。これが縮退。</a:t>
            </a:r>
          </a:p>
          <a:p>
            <a:r>
              <a:t>図: ICS の明るさ (GALPROP の予測の何倍か)。ハロー無しでは全エネルギーで約 1.6 倍で平ら。ハローを入れると、ハローが効くビンでだけへこむ。ハローの光の 8〜10 割は ICS から移ったもの。</a:t>
            </a:r>
          </a:p>
          <a:p>
            <a:r>
              <a:t>緯度方向の暗くなり方もハローと ICS でほぼ同じ (|b| 25°→55° で 2.74 倍と 2.75 倍)。違いは「銀河中心の方向に集まっているか」だけ。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ハローと他の成分の違いは「銀河中心の方向に光が集まっているか」だけ。その手がかり (フィッシャー情報) の 54% がバブル矩形 (面積は ROI の 34%) にある。</a:t>
            </a:r>
          </a:p>
          <a:p>
            <a:r>
              <a:t>手がかりの量の減り方だけで有意度を予測すると 6.4σ、実測 4.96σ。残りの差は、バブル外でハローの明るさが 23% 低いことで説明でき、その差は有意ではない (約 1.5σ)。</a:t>
            </a:r>
          </a:p>
          <a:p>
            <a:r>
              <a:t>同じ形の矩形を経度方向に ±20°, ±30°, ±38° ずらして外すと 13.4〜16.3σ。こちらも予測と実測が合う。</a:t>
            </a:r>
          </a:p>
          <a:p>
            <a:r>
              <a:t>たとえ: 写真の真ん中を隠すと自信が下がるが、それは見分けるヒントが真ん中に集まっていたから。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2.3 倍: ICS をバブル矩形の内と外で別々の明るさにすると、内側が 2.3 倍のときハローの当てはまりの改善の 92% を ICS が説明してしまう。全体の明るさのずれ (f_ics が 1.6 倍など) は倍率が吸収するのでハローにならない。必要なのは内と外の比のずれ。</a:t>
            </a:r>
          </a:p>
          <a:p>
            <a:r>
              <a:t>等方近似: GALPROP の設定が IC_anisotropic = 0。Moskalenko &amp; Strong (2000) の Fig.6 では、非等方の補正は 10 GeV 付近で 1.1〜1.3 倍、銀河中心の上より外側のほうが大きい。</a:t>
            </a:r>
          </a:p>
          <a:p>
            <a:r>
              <a:t>3 分割: 星の光・ちり・宇宙背景の光に分けて明るさを自由にすると、20 GeV のハローは 19.5σ → 18.4σ。この 2 つはクラウドの計算機で同じ条件で比べた値で、基準が 19.0σ (本人 PC) と少し違うので「約 1σ 下がる」と差で言う。Totani §3.4.4 の同種の確認とも同じ結論。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結果ファイルに「どの状態のコードで計算したか」の記録が無かった (ローカルの調査)。</a:t>
            </a:r>
          </a:p>
          <a:p>
            <a:r>
              <a:t>10/1 に同じ計算を 2 回して、テンプレート・尤度・全パラメータが最後の桁まで一致することを確認。今後の結果ファイルにはコミット番号と設定を自動で記録する。</a:t>
            </a:r>
          </a:p>
          <a:p>
            <a:r>
              <a:t>有意度は 19.1σ → 19.0σ でほぼ同じ。全 13 ビンで差は 1σ 未満。ガスと ICS の分け方は少し変わった (成分比: ガス 0.91 / ICS 1.15)。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言えるのは「既知の背景では説明できない超過がある」まで。それが暗黒物質かどうかは別の主張。</a:t>
            </a:r>
          </a:p>
          <a:p>
            <a:r>
              <a:t>残る可能性: ICS の空間分布が銀河中心寄りで 2.3 倍もずれている場合。今の道具では確かめられない。</a:t>
            </a:r>
          </a:p>
          <a:p>
            <a:r>
              <a:t>→ 独立な確認として、矮小銀河を見る。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矮小銀河 54 個は Local Volume Database (Pace 2025) の確認済み銀河。対照領域は |b|&gt;20° で互いに 20° 以上離した何も無い場所。</a:t>
            </a:r>
          </a:p>
          <a:p>
            <a:r>
              <a:t>成分は等方・ガス・ICS・点源・ハロー。バブルと Loop I は銀河中心の構造なので入れない。</a:t>
            </a:r>
          </a:p>
          <a:p>
            <a:r>
              <a:t>たとえ: 天の川のハローは部屋全体を照らす光なので電球と見分けにくかった。矮小銀河は遠くの豆電球 (0.2〜0.4°) なので、半径 10° の中では電球は平らな背景にしか見えない。</a:t>
            </a:r>
          </a:p>
          <a:p>
            <a:r>
              <a:t>注意: 矮小銀河は望遠鏡のぼやけ (PSF) より小さいので、この手法では点源と区別できない。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左: 有意度の分布。期待される正規分布 (点線) より少し広い。真ん中: 天体ごとの最大の σ。右: 解析した位置。</a:t>
            </a:r>
          </a:p>
          <a:p>
            <a:r>
              <a:t>矮小銀河・M31/M33 のどこにも検出は無い。何も無い対照領域 23 か所の 250 個の有意度は平均 −0.021、標準偏差 1.362、最大 +4.50σ。</a:t>
            </a:r>
          </a:p>
          <a:p>
            <a:r>
              <a:t>では、天の川の超過が暗黒物質だとしたら、矮小銀河でどれくらい見えるはずだったのか? → この問いに、次の論文が関わる。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arXiv:2609.20944。J ファクター = 暗黒物質の密度を 2 乗して視線方向に足し合わせた量。矮小銀河では星の動きから推定する (Jeans 解析)。</a:t>
            </a:r>
          </a:p>
          <a:p>
            <a:r>
              <a:t>Section II の 8 つの原因: (1) 広がりを無視して点源扱い (重ねた解析で上限が 1.5〜1.8 倍きつくなる) (2) ハローの形 (コアがあると制限が数倍ゆるむ) (3) 星の分布の形 (Plummer 分布の仮定) (4) 球対称からのずれ (log₁₀J が最大 0.4 ずれる) (5) 平衡からのずれ (0.1 程度) (6) 見分けられない連星 (Reticulum II で 0.3) (7) 手前の星の混入 (8) J の誤差が正規分布でない (すそが重い)。</a:t>
            </a:r>
          </a:p>
          <a:p>
            <a:r>
              <a:t>Fig.1: 同じ矮小銀河の J を測った複数の文献が、書かれた誤差より大きくばらついている。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III: FermiTools と fermipy で 10°×10° の ROI を 0.08° の画素で解析。背景は Fermi 標準の拡散モデル (gll_iem_v07) と等方背景。</a:t>
            </a:r>
          </a:p>
          <a:p>
            <a:r>
              <a:t>信号は bb̄ に消滅する 42 GeV の WIMP (GCE を説明する値)。古典的な矮小銀河は核のある NFW、超暗い矮小銀河は NFW。</a:t>
            </a:r>
          </a:p>
          <a:p>
            <a:r>
              <a:t>注入した本物の信号を、95% 上限が誤って除外してしまう割合 (本来 5% 以下であるべき) を数える。</a:t>
            </a:r>
          </a:p>
          <a:p>
            <a:r>
              <a:t>σ_L を σ より小さくすると「ソフトが自信満々」の状態。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IV (Ursa Minor): 本当のばらつき σ を 0.3 / 0.5 / 1.0 増やして σ_L は据え置くと、本物を除外する割合が 1.7% / 8.0% / 22%。σ_L を σ に合わせれば 5% 以下に戻る。σ_L を広げると上限は 1.5 / 2.5 / 11 倍ゆるむ。形の誤り: 核のある NFW を球対称 NFW で当てると 2.4 倍、点源扱いで 1.4 倍、上限がきつく出すぎる。</a:t>
            </a:r>
          </a:p>
          <a:p>
            <a:r>
              <a:t>Section V (27 個): 基準のままでも 21% (95% のはずが)。σ を 0.3 / 0.5 / 1.0 増やすと 31% / 49% / 88%。σ_L を σ に合わせても 23% / 28% / 38%。理由: J は対数正規分布で上に長いすそがあり、27 個あれば 1.5σ 以上上振れする天体がどれか 1 つある確率が 0.85。</a:t>
            </a:r>
          </a:p>
          <a:p>
            <a:r>
              <a:t>結論: シミュレーションや blank field で較正すべき。J の誤差をもっと良く抑えることが必要。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方法: 各天体の「DM なら何σで見えたはずか」(pred_i) に、J のずれ 10^δ (δ は平均 0、幅 0.5 の正規分布) を掛ける。天体ごとの重み付き和 T = Σ pred_i·meas_i / √Σpred_i² で、予測と実測を同じまとめ方で比べる。</a:t>
            </a:r>
          </a:p>
          <a:p>
            <a:r>
              <a:t>SMC・LMC: それ自体が広がったガンマ線源なので、解析で中心がマスクされ、ハローの形の 1〜2% しか残っていなかった (結果ファイルに usable=false)。9/28 の計算はこれを見落とし、SMC 1 天体が予測 2.69σ のうち 2.06σ 分を占めていた。修正案は cloud_reports/2026-10-02_dwarf_consistency_usable.patch。</a:t>
            </a:r>
          </a:p>
          <a:p>
            <a:r>
              <a:t>天の川側の密度の仮定 (局所密度 0.3〜0.6 GeV/cm³) も別に動かした。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使える 43 天体、20 GeV、天の川側の局所密度 0.42 GeV/cm³。</a:t>
            </a:r>
          </a:p>
          <a:p>
            <a:r>
              <a:t>J の誤差なし: 期待 1.73σ、実測 0.39σ、ずれ 1.3σ (空の領域の σ のばらつき 1.362 で補正すると 1.0σ)。</a:t>
            </a:r>
          </a:p>
          <a:p>
            <a:r>
              <a:t>J の誤差 (約 3 倍) あり: 期待の中央値 2.4σ、68% の範囲 1.3〜5.0σ。ずれ 1.5σ (補正後 1.2σ)。</a:t>
            </a:r>
          </a:p>
          <a:p>
            <a:r>
              <a:t>天の川側の密度を 0.3〜0.6 GeV/cm³ で動かすと、期待は 0.6〜9.7σ まで広がる (密度が低いほど期待は大きい)。どの組み合わせでもずれは補正後 2.2σ 以下。</a:t>
            </a:r>
          </a:p>
          <a:p>
            <a:r>
              <a:t>→ 暗黒物質と矛盾はしないが、確認もできない。誤差を正直に入れるほど「判定できない」が強くなる。教授の「矮小銀河では粗すぎる」を数字で裏付けた形。</a:t>
            </a:r>
          </a:p>
          <a:p>
            <a:r>
              <a:t>注意: 9/28 の「期待 1.35〜5.4σ」は使えない天体 (SMC・LMC) 込みの値。使える 43 天体では 0.9〜3.4σ (J の誤差なし)。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流れ: 再現 → 3 つの問題 → 原因を調べて背景の間違い説を 3 つ否定 → 矮小銀河は非検出だが判定できない (J の誤差込みで定量化)。</a:t>
            </a:r>
          </a:p>
          <a:p>
            <a:r>
              <a:t>19.0σ は名目値。何も無い対照領域 23 か所での σ のばらつきは 1.362 なので、過大評価になっている。</a:t>
            </a:r>
          </a:p>
          <a:p>
            <a:r>
              <a:t>矮小銀河: 使える 43 天体で期待 1.7σ (J の誤差込みで 68% 1.3〜5.0σ)、実測 0.4σ。ずれは補正後 1.2σ。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/>
              <a:t>天の川の 20 GeV ガンマ線超過の検証と</a:t>
            </a:r>
          </a:p>
          <a:p>
            <a:r>
              <a:rPr sz="3400"/>
              <a:t>矮小銀河による確認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中村惺一　研究進捗報告　2026年10月2日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今の研究：Totani (2025) の再現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206240" cy="0"/>
          </a:xfrm>
        </p:spPr>
        <p:txBody>
          <a:bodyPr/>
          <a:lstStyle/>
          <a:p>
            <a:pPr/>
            <a:r>
              <a:rPr sz="2400"/>
              <a:t>天の川のハローから 20 GeV のガンマ線超過（13–19σ）</a:t>
            </a:r>
          </a:p>
          <a:p>
            <a:pPr/>
            <a:r>
              <a:rPr sz="2400"/>
              <a:t>同じ手法で独立に再現</a:t>
            </a:r>
          </a:p>
          <a:p>
            <a:pPr lvl="1"/>
            <a:r>
              <a:rPr sz="1800"/>
              <a:t>既知の光（ガス・ICS・点源・バブルなど）と</a:t>
            </a:r>
            <a:br/>
            <a:r>
              <a:rPr sz="1800"/>
              <a:t>ハローを同時に当てはめる</a:t>
            </a:r>
          </a:p>
          <a:p>
            <a:pPr/>
            <a:r>
              <a:rPr sz="2400"/>
              <a:t>結果：20 GeV で 19.0σ</a:t>
            </a:r>
          </a:p>
        </p:txBody>
      </p:sp>
      <p:pic>
        <p:nvPicPr>
          <p:cNvPr id="4" name="Picture 3" descr="significance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63040"/>
            <a:ext cx="62132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起きた問題（3 つ）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(a) 何も無い空でも最大 4.5σ が出る</a:t>
            </a:r>
          </a:p>
          <a:p>
            <a:pPr lvl="1"/>
            <a:r>
              <a:rPr sz="2200"/>
              <a:t>→ σ は過大評価になっている</a:t>
            </a:r>
          </a:p>
          <a:p>
            <a:pPr/>
            <a:r>
              <a:rPr sz="2800"/>
              <a:t>(b) バブル領域を外すと 19.0σ → 5.0σ に落ちる</a:t>
            </a:r>
          </a:p>
          <a:p>
            <a:pPr lvl="1"/>
            <a:r>
              <a:rPr sz="2200"/>
              <a:t>→ バブルの汚染を疑った</a:t>
            </a:r>
          </a:p>
          <a:p>
            <a:pPr/>
            <a:r>
              <a:rPr sz="2800"/>
              <a:t>(c) 7/23 の 19.1σ が再現できなかった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(b) の背景：ハローと ICS は見分けにくい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937760" cy="0"/>
          </a:xfrm>
        </p:spPr>
        <p:txBody>
          <a:bodyPr/>
          <a:lstStyle/>
          <a:p>
            <a:pPr/>
            <a:r>
              <a:rPr sz="2400"/>
              <a:t>ICS：宇宙線の電子が星の光をはね上げたガンマ線</a:t>
            </a:r>
          </a:p>
          <a:p>
            <a:pPr/>
            <a:r>
              <a:rPr sz="2400"/>
              <a:t>空での形がハローとよく似ている（縮退）</a:t>
            </a:r>
          </a:p>
          <a:p>
            <a:pPr/>
            <a:r>
              <a:rPr sz="2400"/>
              <a:t>ハローを入れると、その分 ICS が暗くなる</a:t>
            </a:r>
          </a:p>
        </p:txBody>
      </p:sp>
      <p:pic>
        <p:nvPicPr>
          <p:cNvPr id="4" name="Picture 3" descr="fig_ics_v20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28800"/>
            <a:ext cx="585216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分かったこと①：(b) は汚染ではない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ハローを見分ける手がかりの 54% がバブル領域にある</a:t>
            </a:r>
          </a:p>
          <a:p>
            <a:pPr lvl="1"/>
            <a:r>
              <a:rPr sz="2200"/>
              <a:t>手がかりの量だけで予測すると 6.4σ（実測 5.0σ）</a:t>
            </a:r>
          </a:p>
          <a:p>
            <a:pPr/>
            <a:r>
              <a:rPr sz="2800"/>
              <a:t>同じ広さを横にずらして外すと 13〜16σ</a:t>
            </a:r>
          </a:p>
          <a:p>
            <a:pPr/>
            <a:r>
              <a:rPr sz="2800"/>
              <a:t>バブルの内と外で、ハローの明るさに意味のある差は無い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分かったこと②：ICS が犯人とは言いにくい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ICS が犯人なら、銀河中心寄りで約 2.3 倍の「形のずれ」が必要</a:t>
            </a:r>
          </a:p>
          <a:p>
            <a:pPr/>
            <a:r>
              <a:rPr sz="2800"/>
              <a:t>ICS の計算の近似（等方近似）を直しても 1.1〜1.3 倍</a:t>
            </a:r>
          </a:p>
          <a:p>
            <a:pPr lvl="1"/>
            <a:r>
              <a:rPr sz="2200"/>
              <a:t>しかも外側のほうが明るくなる → 届かない</a:t>
            </a:r>
          </a:p>
          <a:p>
            <a:pPr/>
            <a:r>
              <a:rPr sz="2800"/>
              <a:t>ICS を 3 種類に分けて自由にしても、約 1σ しか下がらない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分かったこと③：(c) は記録の問題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7/23 の計算の直後にコードを直していたため、</a:t>
            </a:r>
            <a:br/>
            <a:r>
              <a:rPr sz="2800"/>
              <a:t>当時の状態が残っていなかった</a:t>
            </a:r>
          </a:p>
          <a:p>
            <a:pPr/>
            <a:r>
              <a:rPr sz="2800"/>
              <a:t>今のコードは、何度計算しても同じ答え</a:t>
            </a:r>
          </a:p>
          <a:p>
            <a:pPr/>
            <a:r>
              <a:rPr sz="2800"/>
              <a:t>→ 主結果を 19.0σ（10/1 再計算、記録付き）に統一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ここまでのまとめ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 20 GeV 超過は再現できた（19.0σ）</a:t>
            </a:r>
          </a:p>
          <a:p>
            <a:pPr/>
            <a:r>
              <a:rPr sz="2800"/>
              <a:t>「背景（ICS・バブル）の間違いでは説明できない」が増えた</a:t>
            </a:r>
          </a:p>
          <a:p>
            <a:pPr lvl="1"/>
            <a:r>
              <a:rPr sz="2200"/>
              <a:t>バブルの汚染・計算の近似・ICS の形、の 3 つを否定</a:t>
            </a:r>
          </a:p>
          <a:p>
            <a:pPr/>
            <a:r>
              <a:rPr sz="2800"/>
              <a:t>ただし σ は過大評価で、暗黒物質の証拠とまでは言えない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矮小銀河への適用（7 月に実施済み）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暗黒物質なら、矮小銀河からも同じ光が来るはず</a:t>
            </a:r>
          </a:p>
          <a:p>
            <a:pPr/>
            <a:r>
              <a:rPr sz="2600"/>
              <a:t>同じ手法を各天体のまわり半径 10° に</a:t>
            </a:r>
          </a:p>
          <a:p>
            <a:pPr/>
            <a:r>
              <a:rPr sz="2600"/>
              <a:t>対象：矮小銀河 54 ＋ M31・M33 ＋ 何も無い対照領域 23</a:t>
            </a:r>
          </a:p>
          <a:p>
            <a:pPr/>
            <a:r>
              <a:rPr sz="2600"/>
              <a:t>天の川のような縮退は起きない</a:t>
            </a:r>
          </a:p>
          <a:p>
            <a:pPr lvl="1"/>
            <a:r>
              <a:rPr sz="2000"/>
              <a:t>矮小銀河は点に近く、ICS は広がった平らな光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結果：どこにも信号は見えなかった</a:t>
            </a:r>
          </a:p>
        </p:txBody>
      </p:sp>
      <p:pic>
        <p:nvPicPr>
          <p:cNvPr id="3" name="Picture 2" descr="ensembl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77 天体 × 13 ビンの有意度のうち最大 +3.46σ。何も無い対照領域でも最大 +4.50σ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論文：Bertólez-Martínez ら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矮小銀河の J ファクター（暗黒物質の量の指標）の</a:t>
            </a:r>
            <a:br/>
            <a:r>
              <a:rPr sz="2400"/>
              <a:t>誤差は小さく見積もられている</a:t>
            </a:r>
          </a:p>
          <a:p>
            <a:pPr/>
            <a:r>
              <a:rPr sz="2400"/>
              <a:t>見落とされがちな原因の例</a:t>
            </a:r>
          </a:p>
          <a:p>
            <a:pPr lvl="1"/>
            <a:r>
              <a:rPr sz="1800"/>
              <a:t>点として扱う・ハローや星の分布の形の仮定・球対称からのずれ</a:t>
            </a:r>
          </a:p>
          <a:p>
            <a:pPr lvl="1"/>
            <a:r>
              <a:rPr sz="1800"/>
              <a:t>力学的な釣り合いからのずれ・連星・手前の星の混入</a:t>
            </a:r>
          </a:p>
          <a:p>
            <a:pPr/>
            <a:r>
              <a:rPr sz="2400"/>
              <a:t>文献ごとの J のばらつきから、約 3 倍（Δlog₁₀J ≈ 0.5）は見込むべき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論文：何をしたか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暗黒物質の信号を入れた疑似データを何度も作る</a:t>
            </a:r>
          </a:p>
          <a:p>
            <a:pPr lvl="1"/>
            <a:r>
              <a:rPr sz="2200"/>
              <a:t>Fermi-LAT 17.4 年分、銀河中心超過と同じ 42 GeV の WIMP</a:t>
            </a:r>
          </a:p>
          <a:p>
            <a:pPr/>
            <a:r>
              <a:rPr sz="2800"/>
              <a:t>J の誤差を 2 つに分けて動かす</a:t>
            </a:r>
          </a:p>
          <a:p>
            <a:pPr lvl="1"/>
            <a:r>
              <a:rPr sz="2200"/>
              <a:t>σ：J の本当のばらつき　σ_L：解析で仮定する幅</a:t>
            </a:r>
          </a:p>
          <a:p>
            <a:pPr/>
            <a:r>
              <a:rPr sz="2800"/>
              <a:t>対象：Ursa Minor 1 個、27 個をまとめた解析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論文：分かったこと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Ursa Minor：J の誤差を小さく見積もると、</a:t>
            </a:r>
            <a:br/>
            <a:r>
              <a:rPr sz="2400"/>
              <a:t>本物を誤って除外する割合が 1.7% → 8% → 22%</a:t>
            </a:r>
          </a:p>
          <a:p>
            <a:pPr/>
            <a:r>
              <a:rPr sz="2400"/>
              <a:t>27 個まとめると、ふつうの設定でも 21%</a:t>
            </a:r>
          </a:p>
          <a:p>
            <a:pPr lvl="1"/>
            <a:r>
              <a:rPr sz="1800"/>
              <a:t>誤差を小さく見積もると 31% → 49% → 88%</a:t>
            </a:r>
          </a:p>
          <a:p>
            <a:pPr/>
            <a:r>
              <a:rPr sz="2400"/>
              <a:t>ハローを点として扱うと、上限が 1.4 倍きつく出すぎる</a:t>
            </a:r>
          </a:p>
          <a:p>
            <a:pPr/>
            <a:r>
              <a:rPr sz="2400"/>
              <a:t>→ 銀河中心と矮小銀河の「矛盾」は誇張されうる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論文の誤差を、僕の結果に当てはめる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これまで：矮小銀河の J の誤差をゼロとして扱っていた</a:t>
            </a:r>
          </a:p>
          <a:p>
            <a:pPr/>
            <a:r>
              <a:rPr sz="2600"/>
              <a:t>各天体の J を「約 3 倍の範囲」でランダムにずらし、</a:t>
            </a:r>
            <a:br/>
            <a:r>
              <a:rPr sz="2600"/>
              <a:t>暗黒物質なら何σ見えたはずかを 20 万回計算</a:t>
            </a:r>
          </a:p>
          <a:p>
            <a:pPr/>
            <a:r>
              <a:rPr sz="2600"/>
              <a:t>ついでに見つけた誤り：使えない天体 2 つ（SMC・LMC）が</a:t>
            </a:r>
            <a:br/>
            <a:r>
              <a:rPr sz="2600"/>
              <a:t>予測に混ざっていた → 除いて 43 天体で計算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結果：「判定できない」がはっきりした</a:t>
            </a:r>
          </a:p>
        </p:txBody>
      </p:sp>
      <p:pic>
        <p:nvPicPr>
          <p:cNvPr id="3" name="Picture 2" descr="fig_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684736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期待 1.7σ → 1.3〜5.0σ（J の誤差あり）　実測 0.4σ　ずれ約 1.2σ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の超過は再現できた（19.0σ、ただし過大評価）</a:t>
            </a:r>
          </a:p>
          <a:p>
            <a:pPr/>
            <a:r>
              <a:rPr sz="2800"/>
              <a:t>背景（ICS・バブル）の間違いでは説明できない、が増えた</a:t>
            </a:r>
          </a:p>
          <a:p>
            <a:pPr lvl="1"/>
            <a:r>
              <a:rPr sz="2200"/>
              <a:t>暗黒物質の証拠ではない</a:t>
            </a:r>
          </a:p>
          <a:p>
            <a:pPr/>
            <a:r>
              <a:rPr sz="2800"/>
              <a:t>矮小銀河では判定できない（J の誤差を入れるとさらに）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