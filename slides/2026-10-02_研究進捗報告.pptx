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45" autoAdjust="0"/>
    <p:restoredTop sz="94660"/>
  </p:normalViewPr>
  <p:slideViewPr>
    <p:cSldViewPr snapToGrid="0" showGuides="1">
      <p:cViewPr>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L-BFGS-B (範囲の制約つきの勾配法) で、出発点を変えて何度か行う。</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(v20r、10/1 にコードの版と設定の記録つきで再計算)、赤が Totani Fig. 9。</a:t>
            </a:r>
          </a:p>
          <a:p>
            <a:r>
              <a:t>ただしこの 19.0σ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1.6 倍で平ら。ハローを入れると、ハローが効くビンでだけへこむ。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倍と低いことで説明できる。この内外の差は約 1.5σ で、意味のある差ではない。</a:t>
            </a:r>
          </a:p>
          <a:p>
            <a:r>
              <a:t>対照: 同じ形の矩形を経度方向に ±20°, ±30°, ±38° ずらして外すと 13.4〜16.3σ。</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はクラウドの計算機で同じ条件で比べた値 (本人 PC の基準は 19.0σ 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(1.73 − 0.39) ÷ 1 = 1.3σ。天の川側の局所密度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1.73。黒い点: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3.38 (誤差なし) / 4.74 (誤差あり、68% 2.58–9.72)、ずれ 2.4σ / 2.0σ (s = 1.26)。</a:t>
            </a:r>
          </a:p>
          <a:p>
            <a:r>
              <a:t>ρ☉ = 0.6: 期待 0.85 / 1.19 (0.64–2.43)、ずれ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sz="2400" b="1"/>
              <a:t>研究</a:t>
            </a:r>
            <a:r>
              <a:rPr lang="ja-JP" altLang="en-US" sz="2400" b="1"/>
              <a:t>卒業</a:t>
            </a:r>
            <a:r>
              <a:rPr sz="2400" b="1"/>
              <a:t>：これを自分で再現し、本物かどうか確かめる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5" name="Picture 4">
            <a:extLst>
              <a:ext uri="{FF2B5EF4-FFF2-40B4-BE49-F238E27FC236}">
                <a16:creationId xmlns:a16="http://schemas.microsoft.com/office/drawing/2014/main" id="{B2B30F14-F3FD-3F53-EC7E-3A869D50EC03}"/>
              </a:ext>
            </a:extLst>
          </p:cNvPr>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995606" y="4690094"/>
            <a:ext cx="1753564" cy="707886"/>
          </a:xfrm>
          <a:prstGeom prst="rect">
            <a:avLst/>
          </a:prstGeom>
          <a:noFill/>
        </p:spPr>
        <p:txBody>
          <a:bodyPr wrap="square" rtlCol="0">
            <a:spAutoFit/>
          </a:bodyPr>
          <a:lstStyle/>
          <a:p>
            <a:r>
              <a:rPr lang="ja-JP" altLang="en-US" sz="4000"/>
              <a:t>６</a:t>
            </a:r>
            <a:r>
              <a:rPr lang="en-US" altLang="ja-JP" sz="4000"/>
              <a:t>bin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5" name="Picture 4">
            <a:extLst>
              <a:ext uri="{FF2B5EF4-FFF2-40B4-BE49-F238E27FC236}">
                <a16:creationId xmlns:a16="http://schemas.microsoft.com/office/drawing/2014/main" id="{1322290E-F674-5B31-CE05-04E65EC1C03F}"/>
              </a:ext>
            </a:extLst>
          </p:cNvPr>
          <p:cNvPicPr>
            <a:picLocks noChangeAspect="1"/>
          </p:cNvPicPr>
          <p:nvPr/>
        </p:nvPicPr>
        <p:blipFill>
          <a:blip r:embed="rId3"/>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手法④：MCMC（誤差の見積もり）</a:t>
            </a:r>
          </a:p>
        </p:txBody>
      </p:sp>
      <p:sp>
        <p:nvSpPr>
          <p:cNvPr id="3" name="Content Placeholder 2"/>
          <p:cNvSpPr>
            <a:spLocks noGrp="1"/>
          </p:cNvSpPr>
          <p:nvPr>
            <p:ph idx="1"/>
          </p:nvPr>
        </p:nvSpPr>
        <p:spPr>
          <a:xfrm>
            <a:off x="841248" y="1463040"/>
            <a:ext cx="10515600" cy="4114800"/>
          </a:xfrm>
        </p:spPr>
        <p:txBody>
          <a:bodyPr/>
          <a:lstStyle/>
          <a:p>
            <a:r>
              <a:rPr sz="2400"/>
              <a:t>最尤の 1 点だけでなく、倍率 f が「どれくらいの範囲にありうるか」を知りたい</a:t>
            </a:r>
          </a:p>
          <a:p>
            <a:r>
              <a:rPr sz="2400"/>
              <a:t>MCMC：尤度に比例する確率で、パラメータの空間を歩き回る</a:t>
            </a:r>
          </a:p>
          <a:p>
            <a:pPr lvl="1"/>
            <a:r>
              <a:rPr sz="2000"/>
              <a:t>歩いた跡の分布 = パラメータの事後分布 → 誤差棒</a:t>
            </a:r>
          </a:p>
          <a:p>
            <a:r>
              <a:rPr sz="2400"/>
              <a:t>emcee を使用：32 本の歩行者、最初の 400 歩は捨てる</a:t>
            </a:r>
          </a:p>
          <a:p>
            <a:pPr lvl="1"/>
            <a:r>
              <a:rPr sz="2000"/>
              <a:t>自己相関時間の 50 倍以上の長さがあるか確認</a:t>
            </a:r>
          </a:p>
          <a:p>
            <a:r>
              <a:rPr sz="2400"/>
              <a:t>有意度 σ は Δln L から出すので、MCMC の有無で変わらない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3" name="Picture 2" descr="fig_significance_v20r.png"/>
          <p:cNvPicPr>
            <a:picLocks noChangeAspect="1"/>
          </p:cNvPicPr>
          <p:nvPr/>
        </p:nvPicPr>
        <p:blipFill>
          <a:blip r:embed="rId3"/>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ハローの光の 8〜10 割は ICS から移ったもの</a:t>
            </a:r>
          </a:p>
        </p:txBody>
      </p:sp>
      <p:pic>
        <p:nvPicPr>
          <p:cNvPr id="4" name="Picture 3" descr="fig_ics_norm_v20r.png"/>
          <p:cNvPicPr>
            <a:picLocks noChangeAspect="1"/>
          </p:cNvPicPr>
          <p:nvPr/>
        </p:nvPicPr>
        <p:blipFill>
          <a:blip r:embed="rId3"/>
          <a:stretch>
            <a:fillRect/>
          </a:stretch>
        </p:blipFill>
        <p:spPr>
          <a:xfrm>
            <a:off x="6309360" y="1737360"/>
            <a:ext cx="5669280" cy="39684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13〜16σ（予測とも一致）</a:t>
            </a:r>
          </a:p>
          <a:p>
            <a:r>
              <a:rPr sz="2200"/>
              <a:t>→ 19 → 5σ は「手がかりを捨てた」から。汚染の証拠ではない</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主結果を 19.0σ（10/1 の再計算）に統一</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1.73</a:t>
            </a:r>
          </a:p>
          <a:p>
            <a:r>
              <a:rPr sz="2400"/>
              <a:t>実測 T = 0.39 → ずれ 1.3σ</a:t>
            </a:r>
          </a:p>
          <a:p>
            <a:r>
              <a:rPr sz="2400"/>
              <a:t>ただし、ここでは J に誤差は無いとしていた</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1.73</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3" name="Picture 2" descr="fig_dwarf_J_uncertainty.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1.7σ → J の誤差で 1.3〜5.0σ に広がる。実測 0.4σ ± 1.26。ずれ 1.3σ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1.73、ずれ 1.3σ（s = 1.26 なら 1.1σ）</a:t>
            </a:r>
          </a:p>
          <a:p>
            <a:pPr lvl="1"/>
            <a:r>
              <a:rPr sz="2000"/>
              <a:t>J の誤差あり：期待 2.4（68% で 1.3–5.0）、ずれ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168</TotalTime>
  <Words>3815</Words>
  <Application>Microsoft Office PowerPoint</Application>
  <PresentationFormat>Widescreen</PresentationFormat>
  <Paragraphs>349</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2026-10-01T19:16:14Z</dcterms:modified>
</cp:coreProperties>
</file>