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5" name="Picture 4">
            <a:extLst>
              <a:ext uri="{FF2B5EF4-FFF2-40B4-BE49-F238E27FC236}">
                <a16:creationId xmlns:a16="http://schemas.microsoft.com/office/drawing/2014/main" id="{B2B30F14-F3FD-3F53-EC7E-3A869D50EC03}"/>
              </a:ext>
            </a:extLst>
          </p:cNvPr>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5" name="Picture 4">
            <a:extLst>
              <a:ext uri="{FF2B5EF4-FFF2-40B4-BE49-F238E27FC236}">
                <a16:creationId xmlns:a16="http://schemas.microsoft.com/office/drawing/2014/main" id="{1322290E-F674-5B31-CE05-04E65EC1C03F}"/>
              </a:ext>
            </a:extLst>
          </p:cNvPr>
          <p:cNvPicPr>
            <a:picLocks noChangeAspect="1"/>
          </p:cNvPicPr>
          <p:nvPr/>
        </p:nvPicPr>
        <p:blipFill>
          <a:blip r:embed="rId3"/>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r>
              <a:rPr sz="2400"/>
              <a:t>最尤の 1 点だけでなく、倍率 f が「どれくらいの範囲にありうるか」を知りたい</a:t>
            </a:r>
          </a:p>
          <a:p>
            <a:r>
              <a:rPr sz="2400"/>
              <a:t>MCMC：尤度に比例する確率で、パラメータの空間を歩き回る</a:t>
            </a:r>
          </a:p>
          <a:p>
            <a:pPr lvl="1"/>
            <a:r>
              <a:rPr sz="2000"/>
              <a:t>歩いた跡の分布 = パラメータの事後分布 → 誤差棒</a:t>
            </a:r>
          </a:p>
          <a:p>
            <a:r>
              <a:rPr sz="2400"/>
              <a:t>emcee を使用：32 本の歩行者、最初の 400 歩は捨てる</a:t>
            </a:r>
          </a:p>
          <a:p>
            <a:pPr lvl="1"/>
            <a:r>
              <a:rPr sz="2000"/>
              <a:t>自己相関時間の 50 倍以上の長さがあるか確認</a:t>
            </a:r>
          </a:p>
          <a:p>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3"/>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13〜16σ（予測とも一致）</a:t>
            </a:r>
          </a:p>
          <a:p>
            <a:r>
              <a:rPr sz="2200"/>
              <a:t>→ 19 → 5σ は「手がかりを捨てた」から。汚染の証拠ではない</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主結果を 19.0σ（10/1 の再計算）に統一</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1.73</a:t>
            </a:r>
          </a:p>
          <a:p>
            <a:r>
              <a:rPr sz="2400"/>
              <a:t>実測 T = 0.39 → ずれ 1.3σ</a:t>
            </a:r>
          </a:p>
          <a:p>
            <a:r>
              <a:rPr sz="2400"/>
              <a:t>ただし、ここでは J に誤差は無いとしていた</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1.73</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1.73、ずれ 1.3σ（s = 1.26 なら 1.1σ）</a:t>
            </a:r>
          </a:p>
          <a:p>
            <a:pPr lvl="1"/>
            <a:r>
              <a:rPr sz="2000"/>
              <a:t>J の誤差あり：期待 2.4（68% で 1.3–5.0）、ずれ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