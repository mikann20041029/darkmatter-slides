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56FDFF-018F-490D-9719-867BBBF6B84B}" v="1" dt="2026-10-06T05:54:37.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p:scale>
          <a:sx n="89" d="100"/>
          <a:sy n="89" d="100"/>
        </p:scale>
        <p:origin x="605"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7:15.073" v="1032" actId="20577"/>
      <pc:docMkLst>
        <pc:docMk/>
      </pc:docMkLst>
      <pc:sldChg chg="addSp delSp modSp mod">
        <pc:chgData name="202304239" userId="ab1adf7a-b8eb-4038-b404-de23e20d8a3a" providerId="ADAL" clId="{6C0E59ED-D716-49AF-B2FA-B94E7B8E5A8C}" dt="2026-10-06T05:57:15.073" v="1032" actId="20577"/>
        <pc:sldMkLst>
          <pc:docMk/>
          <pc:sldMk cId="0" sldId="257"/>
        </pc:sldMkLst>
        <pc:spChg chg="mod">
          <ac:chgData name="202304239" userId="ab1adf7a-b8eb-4038-b404-de23e20d8a3a" providerId="ADAL" clId="{6C0E59ED-D716-49AF-B2FA-B94E7B8E5A8C}" dt="2026-10-06T05:57:15.073" v="1032" actId="20577"/>
          <ac:spMkLst>
            <pc:docMk/>
            <pc:sldMk cId="0" sldId="257"/>
            <ac:spMk id="2" creationId="{00000000-0000-0000-0000-000000000000}"/>
          </ac:spMkLst>
        </pc:spChg>
        <pc:spChg chg="add del mod">
          <ac:chgData name="202304239" userId="ab1adf7a-b8eb-4038-b404-de23e20d8a3a" providerId="ADAL" clId="{6C0E59ED-D716-49AF-B2FA-B94E7B8E5A8C}" dt="2026-10-06T05:55:25.907" v="1003" actId="14100"/>
          <ac:spMkLst>
            <pc:docMk/>
            <pc:sldMk cId="0" sldId="257"/>
            <ac:spMk id="3" creationId="{00000000-0000-0000-0000-000000000000}"/>
          </ac:spMkLst>
        </pc:spChg>
        <pc:picChg chg="del">
          <ac:chgData name="202304239" userId="ab1adf7a-b8eb-4038-b404-de23e20d8a3a" providerId="ADAL" clId="{6C0E59ED-D716-49AF-B2FA-B94E7B8E5A8C}" dt="2026-10-06T05:55:21.602" v="1002" actId="478"/>
          <ac:picMkLst>
            <pc:docMk/>
            <pc:sldMk cId="0" sldId="257"/>
            <ac:picMk id="4" creationId="{00000000-0000-0000-0000-000000000000}"/>
          </ac:picMkLst>
        </pc:pic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000">
                <a:latin typeface="+mj-lt"/>
                <a:ea typeface="+mj-ea"/>
              </a:rPr>
              <a:t>やってきた子</a:t>
            </a:r>
            <a:r>
              <a:rPr lang="en-US" altLang="ja-JP" sz="3000">
                <a:latin typeface="+mj-lt"/>
                <a:ea typeface="+mj-ea"/>
              </a:rPr>
              <a:t>t</a:t>
            </a:r>
            <a:endParaRPr lang="ja-JP" sz="3000">
              <a:latin typeface="+mj-lt"/>
              <a:ea typeface="+mj-ea"/>
            </a:endParaRPr>
          </a:p>
        </p:txBody>
      </p:sp>
      <p:sp>
        <p:nvSpPr>
          <p:cNvPr id="3" name="TextBox 2"/>
          <p:cNvSpPr txBox="1"/>
          <p:nvPr/>
        </p:nvSpPr>
        <p:spPr>
          <a:xfrm>
            <a:off x="548640" y="1280160"/>
            <a:ext cx="9009428" cy="3316292"/>
          </a:xfrm>
          <a:prstGeom prst="rect">
            <a:avLst/>
          </a:prstGeom>
          <a:noFill/>
        </p:spPr>
        <p:txBody>
          <a:bodyPr wrap="square">
            <a:spAutoFit/>
          </a:bodyPr>
          <a:lstStyle/>
          <a:p>
            <a:pPr>
              <a:spcAft>
                <a:spcPts val="500"/>
              </a:spcAft>
            </a:pPr>
            <a:r>
              <a:rPr lang="ja-JP" altLang="en-US" sz="1900"/>
              <a:t>①</a:t>
            </a:r>
            <a:r>
              <a:rPr lang="ja-JP" altLang="en-US" sz="1900" b="0">
                <a:latin typeface="+mn-lt"/>
                <a:ea typeface="+mn-ea"/>
              </a:rPr>
              <a:t>前回の疑問点の解決</a:t>
            </a:r>
            <a:endParaRPr lang="en-US" altLang="ja-JP" sz="1900" b="0">
              <a:latin typeface="+mn-lt"/>
              <a:ea typeface="+mn-ea"/>
            </a:endParaRPr>
          </a:p>
          <a:p>
            <a:pPr lvl="0"/>
            <a:r>
              <a:rPr lang="en-US" b="1"/>
              <a:t>① 1.2〜1.3 は「引く」？「割る」？</a:t>
            </a:r>
            <a:endParaRPr lang="en-US"/>
          </a:p>
          <a:p>
            <a:pPr lvl="0"/>
            <a:r>
              <a:rPr lang="en-US" b="1"/>
              <a:t>② 何も無い空の分布はどこから来たのか</a:t>
            </a:r>
            <a:endParaRPr lang="en-US"/>
          </a:p>
          <a:p>
            <a:pPr lvl="0"/>
            <a:r>
              <a:rPr lang="en-US" b="1"/>
              <a:t>③ 何も無い空での係数</a:t>
            </a:r>
            <a:endParaRPr lang="en-US"/>
          </a:p>
          <a:p>
            <a:pPr lvl="0"/>
            <a:r>
              <a:rPr lang="en-US" b="1"/>
              <a:t>④ ICS とハローは本当に縮退しているのか</a:t>
            </a:r>
            <a:endParaRPr lang="en-US"/>
          </a:p>
          <a:p>
            <a:pPr lvl="0"/>
            <a:r>
              <a:rPr lang="en-US" b="1"/>
              <a:t>⑤ 矮小銀河の標準的な方法は何か</a:t>
            </a:r>
            <a:br>
              <a:rPr lang="en-US"/>
            </a:br>
            <a:endParaRPr lang="en-US"/>
          </a:p>
          <a:p>
            <a:pPr lvl="0"/>
            <a:r>
              <a:rPr lang="ja-JP" altLang="en-US" sz="1900" b="1"/>
              <a:t>②</a:t>
            </a:r>
            <a:r>
              <a:rPr lang="ja-JP" altLang="en-US" sz="1900" b="1">
                <a:latin typeface="+mn-lt"/>
                <a:ea typeface="+mn-ea"/>
              </a:rPr>
              <a:t>論文拡張</a:t>
            </a:r>
            <a:endParaRPr lang="ja-JP" sz="1900" b="1">
              <a:latin typeface="+mn-lt"/>
              <a:ea typeface="+mn-ea"/>
            </a:endParaRPr>
          </a:p>
          <a:p>
            <a:pPr>
              <a:spcAft>
                <a:spcPts val="500"/>
              </a:spcAft>
            </a:pPr>
            <a:r>
              <a:rPr lang="ja-JP" sz="1600" b="0">
                <a:latin typeface="+mn-lt"/>
                <a:ea typeface="+mn-ea"/>
              </a:rPr>
              <a:t>　　</a:t>
            </a:r>
          </a:p>
          <a:p>
            <a:pPr>
              <a:spcAft>
                <a:spcPts val="500"/>
              </a:spcAft>
            </a:pPr>
            <a:r>
              <a:rPr lang="ja-JP" sz="1900" b="1">
                <a:latin typeface="+mn-lt"/>
                <a:ea typeface="+mn-ea"/>
              </a:rPr>
              <a:t>・</a:t>
            </a:r>
          </a:p>
          <a:p>
            <a:pPr>
              <a:spcAft>
                <a:spcPts val="500"/>
              </a:spcAft>
            </a:pPr>
            <a:r>
              <a:rPr lang="ja-JP" sz="1600" b="0">
                <a:latin typeface="+mn-lt"/>
                <a:ea typeface="+mn-ea"/>
              </a:rPr>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371</TotalTime>
  <Words>2776</Words>
  <Application>Microsoft Office PowerPoint</Application>
  <PresentationFormat>Widescreen</PresentationFormat>
  <Paragraphs>85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やってきた子t</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2026-10-06T05:57:15Z</dcterms:modified>
</cp:coreProperties>
</file>