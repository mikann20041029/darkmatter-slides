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3:57.692" v="986" actId="20577"/>
      <pc:docMkLst>
        <pc:docMk/>
      </pc:docMkLst>
      <pc:sldChg chg="modSp mod">
        <pc:chgData name="202304239" userId="ab1adf7a-b8eb-4038-b404-de23e20d8a3a" providerId="ADAL" clId="{6C0E59ED-D716-49AF-B2FA-B94E7B8E5A8C}" dt="2026-10-06T05:53:57.692" v="986" actId="20577"/>
        <pc:sldMkLst>
          <pc:docMk/>
          <pc:sldMk cId="0" sldId="257"/>
        </pc:sldMkLst>
        <pc:spChg chg="mod">
          <ac:chgData name="202304239" userId="ab1adf7a-b8eb-4038-b404-de23e20d8a3a" providerId="ADAL" clId="{6C0E59ED-D716-49AF-B2FA-B94E7B8E5A8C}" dt="2026-10-06T05:50:18.636" v="866" actId="20577"/>
          <ac:spMkLst>
            <pc:docMk/>
            <pc:sldMk cId="0" sldId="257"/>
            <ac:spMk id="2" creationId="{00000000-0000-0000-0000-000000000000}"/>
          </ac:spMkLst>
        </pc:spChg>
        <pc:spChg chg="mod">
          <ac:chgData name="202304239" userId="ab1adf7a-b8eb-4038-b404-de23e20d8a3a" providerId="ADAL" clId="{6C0E59ED-D716-49AF-B2FA-B94E7B8E5A8C}" dt="2026-10-06T05:53:57.692" v="986"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結論：わかったこと 3 つ</a:t>
            </a:r>
          </a:p>
        </p:txBody>
      </p:sp>
      <p:sp>
        <p:nvSpPr>
          <p:cNvPr id="3" name="TextBox 2"/>
          <p:cNvSpPr txBox="1"/>
          <p:nvPr/>
        </p:nvSpPr>
        <p:spPr>
          <a:xfrm>
            <a:off x="548640" y="1280160"/>
            <a:ext cx="6035040" cy="1718419"/>
          </a:xfrm>
          <a:prstGeom prst="rect">
            <a:avLst/>
          </a:prstGeom>
          <a:noFill/>
        </p:spPr>
        <p:txBody>
          <a:bodyPr wrap="square">
            <a:spAutoFit/>
          </a:bodyPr>
          <a:lstStyle/>
          <a:p>
            <a:pPr>
              <a:spcAft>
                <a:spcPts val="500"/>
              </a:spcAft>
            </a:pPr>
            <a:r>
              <a:rPr lang="ja-JP" altLang="en-US" sz="1900"/>
              <a:t>①</a:t>
            </a:r>
            <a:r>
              <a:rPr lang="ja-JP" altLang="en-US" sz="1900" b="0">
                <a:latin typeface="+mn-lt"/>
                <a:ea typeface="+mn-ea"/>
              </a:rPr>
              <a:t>前回の疑問点の解決</a:t>
            </a:r>
            <a:endParaRPr lang="en-US" altLang="ja-JP" sz="1900" b="0">
              <a:latin typeface="+mn-lt"/>
              <a:ea typeface="+mn-ea"/>
            </a:endParaRPr>
          </a:p>
          <a:p>
            <a:pPr>
              <a:spcAft>
                <a:spcPts val="500"/>
              </a:spcAft>
            </a:pPr>
            <a:r>
              <a:rPr lang="ja-JP" sz="1900" b="1">
                <a:latin typeface="+mn-lt"/>
                <a:ea typeface="+mn-ea"/>
              </a:rPr>
              <a:t>・ </a:t>
            </a:r>
            <a:r>
              <a:rPr lang="ja-JP" altLang="en-US" sz="1900" b="1"/>
              <a:t>②</a:t>
            </a:r>
            <a:r>
              <a:rPr lang="ja-JP" altLang="en-US" sz="1900" b="1">
                <a:latin typeface="+mn-lt"/>
                <a:ea typeface="+mn-ea"/>
              </a:rPr>
              <a:t>論文拡張</a:t>
            </a:r>
            <a:endParaRPr lang="ja-JP" sz="1900" b="1">
              <a:latin typeface="+mn-lt"/>
              <a:ea typeface="+mn-ea"/>
            </a:endParaRPr>
          </a:p>
          <a:p>
            <a:pPr>
              <a:spcAft>
                <a:spcPts val="500"/>
              </a:spcAft>
            </a:pPr>
            <a:r>
              <a:rPr lang="ja-JP" sz="1600" b="0">
                <a:latin typeface="+mn-lt"/>
                <a:ea typeface="+mn-ea"/>
              </a:rPr>
              <a:t>　　</a:t>
            </a:r>
          </a:p>
          <a:p>
            <a:pPr>
              <a:spcAft>
                <a:spcPts val="500"/>
              </a:spcAft>
            </a:pPr>
            <a:r>
              <a:rPr lang="ja-JP" sz="1900" b="1">
                <a:latin typeface="+mn-lt"/>
                <a:ea typeface="+mn-ea"/>
              </a:rPr>
              <a:t>・</a:t>
            </a:r>
          </a:p>
          <a:p>
            <a:pPr>
              <a:spcAft>
                <a:spcPts val="500"/>
              </a:spcAft>
            </a:pPr>
            <a:r>
              <a:rPr lang="ja-JP" sz="1600" b="0">
                <a:latin typeface="+mn-lt"/>
                <a:ea typeface="+mn-ea"/>
              </a:rPr>
              <a:t>　　でも「無い」とも言えない（判定できない）</a:t>
            </a:r>
          </a:p>
        </p:txBody>
      </p:sp>
      <p:pic>
        <p:nvPicPr>
          <p:cNvPr id="4" name="Picture 3" descr="fig_significance_calib.png"/>
          <p:cNvPicPr>
            <a:picLocks noChangeAspect="1"/>
          </p:cNvPicPr>
          <p:nvPr/>
        </p:nvPicPr>
        <p:blipFill>
          <a:blip r:embed="rId3"/>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368</TotalTime>
  <Words>2783</Words>
  <Application>Microsoft Office PowerPoint</Application>
  <PresentationFormat>Widescreen</PresentationFormat>
  <Paragraphs>80</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結論：わかったこと 3 つ</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2026-10-06T05:54:07Z</dcterms:modified>
</cp:coreProperties>
</file>