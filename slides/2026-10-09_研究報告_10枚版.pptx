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6" r:id="rId4"/>
    <p:sldId id="267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56FDFF-018F-490D-9719-867BBBF6B84B}" v="1" dt="2026-10-06T05:54:37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7" autoAdjust="0"/>
    <p:restoredTop sz="87876" autoAdjust="0"/>
  </p:normalViewPr>
  <p:slideViewPr>
    <p:cSldViewPr snapToGrid="0" showGuides="1">
      <p:cViewPr>
        <p:scale>
          <a:sx n="89" d="100"/>
          <a:sy n="89" d="100"/>
        </p:scale>
        <p:origin x="605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02304239" userId="ab1adf7a-b8eb-4038-b404-de23e20d8a3a" providerId="ADAL" clId="{6C0E59ED-D716-49AF-B2FA-B94E7B8E5A8C}"/>
    <pc:docChg chg="undo custSel addSld delSld modSld sldOrd">
      <pc:chgData name="202304239" userId="ab1adf7a-b8eb-4038-b404-de23e20d8a3a" providerId="ADAL" clId="{6C0E59ED-D716-49AF-B2FA-B94E7B8E5A8C}" dt="2026-10-06T06:07:35.690" v="1080" actId="2696"/>
      <pc:docMkLst>
        <pc:docMk/>
      </pc:docMkLst>
      <pc:sldChg chg="addSp delSp modSp mod">
        <pc:chgData name="202304239" userId="ab1adf7a-b8eb-4038-b404-de23e20d8a3a" providerId="ADAL" clId="{6C0E59ED-D716-49AF-B2FA-B94E7B8E5A8C}" dt="2026-10-06T05:58:20.567" v="1077" actId="14100"/>
        <pc:sldMkLst>
          <pc:docMk/>
          <pc:sldMk cId="0" sldId="257"/>
        </pc:sldMkLst>
        <pc:spChg chg="mod">
          <ac:chgData name="202304239" userId="ab1adf7a-b8eb-4038-b404-de23e20d8a3a" providerId="ADAL" clId="{6C0E59ED-D716-49AF-B2FA-B94E7B8E5A8C}" dt="2026-10-06T05:57:20.273" v="1049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202304239" userId="ab1adf7a-b8eb-4038-b404-de23e20d8a3a" providerId="ADAL" clId="{6C0E59ED-D716-49AF-B2FA-B94E7B8E5A8C}" dt="2026-10-06T05:58:20.567" v="1077" actId="14100"/>
          <ac:spMkLst>
            <pc:docMk/>
            <pc:sldMk cId="0" sldId="25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6T05:55:21.602" v="1002" actId="478"/>
          <ac:picMkLst>
            <pc:docMk/>
            <pc:sldMk cId="0" sldId="257"/>
            <ac:picMk id="4" creationId="{00000000-0000-0000-0000-000000000000}"/>
          </ac:picMkLst>
        </pc:picChg>
      </pc:sldChg>
      <pc:sldChg chg="modSp del mod">
        <pc:chgData name="202304239" userId="ab1adf7a-b8eb-4038-b404-de23e20d8a3a" providerId="ADAL" clId="{6C0E59ED-D716-49AF-B2FA-B94E7B8E5A8C}" dt="2026-10-06T06:07:35.690" v="1080" actId="2696"/>
        <pc:sldMkLst>
          <pc:docMk/>
          <pc:sldMk cId="0" sldId="258"/>
        </pc:sldMkLst>
      </pc:sldChg>
      <pc:sldChg chg="modSp del mod">
        <pc:chgData name="202304239" userId="ab1adf7a-b8eb-4038-b404-de23e20d8a3a" providerId="ADAL" clId="{6C0E59ED-D716-49AF-B2FA-B94E7B8E5A8C}" dt="2026-10-06T06:07:35.689" v="1079" actId="2696"/>
        <pc:sldMkLst>
          <pc:docMk/>
          <pc:sldMk cId="0" sldId="259"/>
        </pc:sldMkLst>
        <pc:spChg chg="mod">
          <ac:chgData name="202304239" userId="ab1adf7a-b8eb-4038-b404-de23e20d8a3a" providerId="ADAL" clId="{6C0E59ED-D716-49AF-B2FA-B94E7B8E5A8C}" dt="2026-10-05T03:38:03.028" v="92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17:02.100" v="689" actId="5793"/>
        <pc:sldMkLst>
          <pc:docMk/>
          <pc:sldMk cId="0" sldId="261"/>
        </pc:sldMkLst>
        <pc:spChg chg="mod">
          <ac:chgData name="202304239" userId="ab1adf7a-b8eb-4038-b404-de23e20d8a3a" providerId="ADAL" clId="{6C0E59ED-D716-49AF-B2FA-B94E7B8E5A8C}" dt="2026-10-05T05:17:02.100" v="689" actId="5793"/>
          <ac:spMkLst>
            <pc:docMk/>
            <pc:sldMk cId="0" sldId="261"/>
            <ac:spMk id="3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4:15:26.124" v="351" actId="20577"/>
        <pc:sldMkLst>
          <pc:docMk/>
          <pc:sldMk cId="0" sldId="263"/>
        </pc:sldMkLst>
        <pc:spChg chg="mod">
          <ac:chgData name="202304239" userId="ab1adf7a-b8eb-4038-b404-de23e20d8a3a" providerId="ADAL" clId="{6C0E59ED-D716-49AF-B2FA-B94E7B8E5A8C}" dt="2026-10-05T04:15:26.124" v="351" actId="20577"/>
          <ac:spMkLst>
            <pc:docMk/>
            <pc:sldMk cId="0" sldId="263"/>
            <ac:spMk id="4" creationId="{00000000-0000-0000-0000-000000000000}"/>
          </ac:spMkLst>
        </pc:spChg>
        <pc:spChg chg="del mod">
          <ac:chgData name="202304239" userId="ab1adf7a-b8eb-4038-b404-de23e20d8a3a" providerId="ADAL" clId="{6C0E59ED-D716-49AF-B2FA-B94E7B8E5A8C}" dt="2026-10-05T04:13:08.928" v="327" actId="478"/>
          <ac:spMkLst>
            <pc:docMk/>
            <pc:sldMk cId="0" sldId="263"/>
            <ac:spMk id="8" creationId="{F85CD606-E3CE-F314-B3EE-F3D7028115CB}"/>
          </ac:spMkLst>
        </pc:spChg>
      </pc:sldChg>
      <pc:sldChg chg="modSp mod">
        <pc:chgData name="202304239" userId="ab1adf7a-b8eb-4038-b404-de23e20d8a3a" providerId="ADAL" clId="{6C0E59ED-D716-49AF-B2FA-B94E7B8E5A8C}" dt="2026-10-05T05:26:33.852" v="737" actId="20577"/>
        <pc:sldMkLst>
          <pc:docMk/>
          <pc:sldMk cId="0" sldId="265"/>
        </pc:sldMkLst>
        <pc:spChg chg="mod">
          <ac:chgData name="202304239" userId="ab1adf7a-b8eb-4038-b404-de23e20d8a3a" providerId="ADAL" clId="{6C0E59ED-D716-49AF-B2FA-B94E7B8E5A8C}" dt="2026-10-05T05:26:33.852" v="737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25:57.940" v="719" actId="14100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54:05.449" v="781" actId="20577"/>
        <pc:sldMkLst>
          <pc:docMk/>
          <pc:sldMk cId="0" sldId="266"/>
        </pc:sldMkLst>
        <pc:spChg chg="mod">
          <ac:chgData name="202304239" userId="ab1adf7a-b8eb-4038-b404-de23e20d8a3a" providerId="ADAL" clId="{6C0E59ED-D716-49AF-B2FA-B94E7B8E5A8C}" dt="2026-10-05T05:54:05.449" v="781" actId="20577"/>
          <ac:spMkLst>
            <pc:docMk/>
            <pc:sldMk cId="0" sldId="266"/>
            <ac:spMk id="3" creationId="{00000000-0000-0000-0000-000000000000}"/>
          </ac:spMkLst>
        </pc:spChg>
      </pc:sldChg>
      <pc:sldChg chg="add">
        <pc:chgData name="202304239" userId="ab1adf7a-b8eb-4038-b404-de23e20d8a3a" providerId="ADAL" clId="{6C0E59ED-D716-49AF-B2FA-B94E7B8E5A8C}" dt="2026-10-06T06:07:35.672" v="1078"/>
        <pc:sldMkLst>
          <pc:docMk/>
          <pc:sldMk cId="2393486084" sldId="266"/>
        </pc:sldMkLst>
      </pc:sldChg>
      <pc:sldChg chg="modSp mod">
        <pc:chgData name="202304239" userId="ab1adf7a-b8eb-4038-b404-de23e20d8a3a" providerId="ADAL" clId="{6C0E59ED-D716-49AF-B2FA-B94E7B8E5A8C}" dt="2026-10-05T05:54:48.411" v="799" actId="20577"/>
        <pc:sldMkLst>
          <pc:docMk/>
          <pc:sldMk cId="0" sldId="267"/>
        </pc:sldMkLst>
        <pc:spChg chg="mod">
          <ac:chgData name="202304239" userId="ab1adf7a-b8eb-4038-b404-de23e20d8a3a" providerId="ADAL" clId="{6C0E59ED-D716-49AF-B2FA-B94E7B8E5A8C}" dt="2026-10-05T05:54:48.411" v="799" actId="20577"/>
          <ac:spMkLst>
            <pc:docMk/>
            <pc:sldMk cId="0" sldId="267"/>
            <ac:spMk id="2" creationId="{00000000-0000-0000-0000-000000000000}"/>
          </ac:spMkLst>
        </pc:spChg>
      </pc:sldChg>
      <pc:sldChg chg="add">
        <pc:chgData name="202304239" userId="ab1adf7a-b8eb-4038-b404-de23e20d8a3a" providerId="ADAL" clId="{6C0E59ED-D716-49AF-B2FA-B94E7B8E5A8C}" dt="2026-10-06T06:07:35.672" v="1078"/>
        <pc:sldMkLst>
          <pc:docMk/>
          <pc:sldMk cId="99932586" sldId="267"/>
        </pc:sldMkLst>
      </pc:sldChg>
      <pc:sldChg chg="ord">
        <pc:chgData name="202304239" userId="ab1adf7a-b8eb-4038-b404-de23e20d8a3a" providerId="ADAL" clId="{6C0E59ED-D716-49AF-B2FA-B94E7B8E5A8C}" dt="2026-10-05T05:30:57.405" v="739"/>
        <pc:sldMkLst>
          <pc:docMk/>
          <pc:sldMk cId="0" sldId="269"/>
        </pc:sldMkLst>
      </pc:sldChg>
      <pc:sldChg chg="ord">
        <pc:chgData name="202304239" userId="ab1adf7a-b8eb-4038-b404-de23e20d8a3a" providerId="ADAL" clId="{6C0E59ED-D716-49AF-B2FA-B94E7B8E5A8C}" dt="2026-10-05T05:39:41.974" v="743"/>
        <pc:sldMkLst>
          <pc:docMk/>
          <pc:sldMk cId="0" sldId="275"/>
        </pc:sldMkLst>
      </pc:sldChg>
      <pc:sldChg chg="delSp mod">
        <pc:chgData name="202304239" userId="ab1adf7a-b8eb-4038-b404-de23e20d8a3a" providerId="ADAL" clId="{6C0E59ED-D716-49AF-B2FA-B94E7B8E5A8C}" dt="2026-10-05T05:40:15.426" v="744" actId="478"/>
        <pc:sldMkLst>
          <pc:docMk/>
          <pc:sldMk cId="0" sldId="276"/>
        </pc:sldMkLst>
        <pc:spChg chg="del">
          <ac:chgData name="202304239" userId="ab1adf7a-b8eb-4038-b404-de23e20d8a3a" providerId="ADAL" clId="{6C0E59ED-D716-49AF-B2FA-B94E7B8E5A8C}" dt="2026-10-05T05:40:15.426" v="744" actId="478"/>
          <ac:spMkLst>
            <pc:docMk/>
            <pc:sldMk cId="0" sldId="276"/>
            <ac:spMk id="8" creationId="{F85CD606-E3CE-F314-B3EE-F3D7028115CB}"/>
          </ac:spMkLst>
        </pc:spChg>
      </pc:sldChg>
      <pc:sldChg chg="modSp mod">
        <pc:chgData name="202304239" userId="ab1adf7a-b8eb-4038-b404-de23e20d8a3a" providerId="ADAL" clId="{6C0E59ED-D716-49AF-B2FA-B94E7B8E5A8C}" dt="2026-10-05T05:57:59.931" v="864" actId="20577"/>
        <pc:sldMkLst>
          <pc:docMk/>
          <pc:sldMk cId="0" sldId="283"/>
        </pc:sldMkLst>
        <pc:spChg chg="mod">
          <ac:chgData name="202304239" userId="ab1adf7a-b8eb-4038-b404-de23e20d8a3a" providerId="ADAL" clId="{6C0E59ED-D716-49AF-B2FA-B94E7B8E5A8C}" dt="2026-10-05T05:57:59.931" v="864" actId="20577"/>
          <ac:spMkLst>
            <pc:docMk/>
            <pc:sldMk cId="0" sldId="283"/>
            <ac:spMk id="2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5:16:45.639" v="688" actId="478"/>
        <pc:sldMkLst>
          <pc:docMk/>
          <pc:sldMk cId="0" sldId="294"/>
        </pc:sldMkLst>
        <pc:spChg chg="mod">
          <ac:chgData name="202304239" userId="ab1adf7a-b8eb-4038-b404-de23e20d8a3a" providerId="ADAL" clId="{6C0E59ED-D716-49AF-B2FA-B94E7B8E5A8C}" dt="2026-10-05T03:49:46.800" v="146" actId="20577"/>
          <ac:spMkLst>
            <pc:docMk/>
            <pc:sldMk cId="0" sldId="294"/>
            <ac:spMk id="3" creationId="{00000000-0000-0000-0000-000000000000}"/>
          </ac:spMkLst>
        </pc:spChg>
        <pc:spChg chg="del">
          <ac:chgData name="202304239" userId="ab1adf7a-b8eb-4038-b404-de23e20d8a3a" providerId="ADAL" clId="{6C0E59ED-D716-49AF-B2FA-B94E7B8E5A8C}" dt="2026-10-05T05:16:45.639" v="688" actId="478"/>
          <ac:spMkLst>
            <pc:docMk/>
            <pc:sldMk cId="0" sldId="294"/>
            <ac:spMk id="8" creationId="{F85CD606-E3CE-F314-B3EE-F3D7028115CB}"/>
          </ac:spMkLst>
        </pc:spChg>
      </pc:sldChg>
      <pc:sldChg chg="addSp modSp mod">
        <pc:chgData name="202304239" userId="ab1adf7a-b8eb-4038-b404-de23e20d8a3a" providerId="ADAL" clId="{6C0E59ED-D716-49AF-B2FA-B94E7B8E5A8C}" dt="2026-10-05T03:51:16.698" v="185" actId="20577"/>
        <pc:sldMkLst>
          <pc:docMk/>
          <pc:sldMk cId="0" sldId="295"/>
        </pc:sldMkLst>
        <pc:spChg chg="mod">
          <ac:chgData name="202304239" userId="ab1adf7a-b8eb-4038-b404-de23e20d8a3a" providerId="ADAL" clId="{6C0E59ED-D716-49AF-B2FA-B94E7B8E5A8C}" dt="2026-10-05T03:51:16.698" v="185" actId="20577"/>
          <ac:spMkLst>
            <pc:docMk/>
            <pc:sldMk cId="0" sldId="295"/>
            <ac:spMk id="2" creationId="{00000000-0000-0000-0000-000000000000}"/>
          </ac:spMkLst>
        </pc:spChg>
      </pc:sldChg>
      <pc:sldChg chg="addSp modSp mod">
        <pc:chgData name="202304239" userId="ab1adf7a-b8eb-4038-b404-de23e20d8a3a" providerId="ADAL" clId="{6C0E59ED-D716-49AF-B2FA-B94E7B8E5A8C}" dt="2026-10-05T05:09:57.079" v="571" actId="1076"/>
        <pc:sldMkLst>
          <pc:docMk/>
          <pc:sldMk cId="0" sldId="297"/>
        </pc:sldMkLst>
        <pc:picChg chg="add mod">
          <ac:chgData name="202304239" userId="ab1adf7a-b8eb-4038-b404-de23e20d8a3a" providerId="ADAL" clId="{6C0E59ED-D716-49AF-B2FA-B94E7B8E5A8C}" dt="2026-10-05T05:09:57.079" v="571" actId="1076"/>
          <ac:picMkLst>
            <pc:docMk/>
            <pc:sldMk cId="0" sldId="297"/>
            <ac:picMk id="5" creationId="{A90FDE7D-1E04-5388-2EF9-2BF6180BCFE4}"/>
          </ac:picMkLst>
        </pc:picChg>
      </pc:sldChg>
      <pc:sldChg chg="addSp delSp modSp mod">
        <pc:chgData name="202304239" userId="ab1adf7a-b8eb-4038-b404-de23e20d8a3a" providerId="ADAL" clId="{6C0E59ED-D716-49AF-B2FA-B94E7B8E5A8C}" dt="2026-10-05T05:18:16.321" v="690" actId="478"/>
        <pc:sldMkLst>
          <pc:docMk/>
          <pc:sldMk cId="0" sldId="299"/>
        </pc:sldMkLst>
        <pc:spChg chg="del">
          <ac:chgData name="202304239" userId="ab1adf7a-b8eb-4038-b404-de23e20d8a3a" providerId="ADAL" clId="{6C0E59ED-D716-49AF-B2FA-B94E7B8E5A8C}" dt="2026-10-05T05:18:16.321" v="690" actId="478"/>
          <ac:spMkLst>
            <pc:docMk/>
            <pc:sldMk cId="0" sldId="299"/>
            <ac:spMk id="8" creationId="{F85CD606-E3CE-F314-B3EE-F3D7028115CB}"/>
          </ac:spMkLst>
        </pc:spChg>
      </pc:sldChg>
      <pc:sldChg chg="addSp modSp mod">
        <pc:chgData name="202304239" userId="ab1adf7a-b8eb-4038-b404-de23e20d8a3a" providerId="ADAL" clId="{6C0E59ED-D716-49AF-B2FA-B94E7B8E5A8C}" dt="2026-10-05T03:47:04.200" v="139" actId="1076"/>
        <pc:sldMkLst>
          <pc:docMk/>
          <pc:sldMk cId="0" sldId="308"/>
        </pc:sldMkLst>
        <pc:spChg chg="mod">
          <ac:chgData name="202304239" userId="ab1adf7a-b8eb-4038-b404-de23e20d8a3a" providerId="ADAL" clId="{6C0E59ED-D716-49AF-B2FA-B94E7B8E5A8C}" dt="2026-10-05T03:47:04.200" v="139" actId="1076"/>
          <ac:spMkLst>
            <pc:docMk/>
            <pc:sldMk cId="0" sldId="308"/>
            <ac:spMk id="3" creationId="{00000000-0000-0000-0000-000000000000}"/>
          </ac:spMkLst>
        </pc:spChg>
        <pc:spChg chg="add ord">
          <ac:chgData name="202304239" userId="ab1adf7a-b8eb-4038-b404-de23e20d8a3a" providerId="ADAL" clId="{6C0E59ED-D716-49AF-B2FA-B94E7B8E5A8C}" dt="2026-10-05T03:46:28.757" v="136" actId="167"/>
          <ac:spMkLst>
            <pc:docMk/>
            <pc:sldMk cId="0" sldId="308"/>
            <ac:spMk id="4" creationId="{07B93427-A0EC-CAF4-55EC-F54270438D49}"/>
          </ac:spMkLst>
        </pc:spChg>
      </pc:sldChg>
      <pc:sldChg chg="ord">
        <pc:chgData name="202304239" userId="ab1adf7a-b8eb-4038-b404-de23e20d8a3a" providerId="ADAL" clId="{6C0E59ED-D716-49AF-B2FA-B94E7B8E5A8C}" dt="2026-10-05T05:25:41.089" v="718"/>
        <pc:sldMkLst>
          <pc:docMk/>
          <pc:sldMk cId="0" sldId="311"/>
        </pc:sldMkLst>
      </pc:sldChg>
      <pc:sldChg chg="modSp mod">
        <pc:chgData name="202304239" userId="ab1adf7a-b8eb-4038-b404-de23e20d8a3a" providerId="ADAL" clId="{6C0E59ED-D716-49AF-B2FA-B94E7B8E5A8C}" dt="2026-10-05T03:40:28.584" v="94" actId="20577"/>
        <pc:sldMkLst>
          <pc:docMk/>
          <pc:sldMk cId="0" sldId="312"/>
        </pc:sldMkLst>
        <pc:spChg chg="mod">
          <ac:chgData name="202304239" userId="ab1adf7a-b8eb-4038-b404-de23e20d8a3a" providerId="ADAL" clId="{6C0E59ED-D716-49AF-B2FA-B94E7B8E5A8C}" dt="2026-10-05T03:40:28.584" v="94" actId="20577"/>
          <ac:spMkLst>
            <pc:docMk/>
            <pc:sldMk cId="0" sldId="312"/>
            <ac:spMk id="2" creationId="{00000000-0000-0000-0000-000000000000}"/>
          </ac:spMkLst>
        </pc:spChg>
      </pc:sldChg>
      <pc:sldChg chg="ord">
        <pc:chgData name="202304239" userId="ab1adf7a-b8eb-4038-b404-de23e20d8a3a" providerId="ADAL" clId="{6C0E59ED-D716-49AF-B2FA-B94E7B8E5A8C}" dt="2026-10-05T05:32:32.607" v="741"/>
        <pc:sldMkLst>
          <pc:docMk/>
          <pc:sldMk cId="0" sldId="313"/>
        </pc:sldMkLst>
      </pc:sldChg>
      <pc:sldChg chg="modSp mod">
        <pc:chgData name="202304239" userId="ab1adf7a-b8eb-4038-b404-de23e20d8a3a" providerId="ADAL" clId="{6C0E59ED-D716-49AF-B2FA-B94E7B8E5A8C}" dt="2026-10-05T05:50:29.564" v="745" actId="6549"/>
        <pc:sldMkLst>
          <pc:docMk/>
          <pc:sldMk cId="0" sldId="315"/>
        </pc:sldMkLst>
        <pc:spChg chg="mod">
          <ac:chgData name="202304239" userId="ab1adf7a-b8eb-4038-b404-de23e20d8a3a" providerId="ADAL" clId="{6C0E59ED-D716-49AF-B2FA-B94E7B8E5A8C}" dt="2026-10-05T05:22:49.521" v="716" actId="113"/>
          <ac:spMkLst>
            <pc:docMk/>
            <pc:sldMk cId="0" sldId="31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50:29.564" v="745" actId="6549"/>
          <ac:spMkLst>
            <pc:docMk/>
            <pc:sldMk cId="0" sldId="315"/>
            <ac:spMk id="4" creationId="{00000000-0000-0000-0000-000000000000}"/>
          </ac:spMkLst>
        </pc:spChg>
      </pc:sldChg>
      <pc:sldChg chg="del">
        <pc:chgData name="202304239" userId="ab1adf7a-b8eb-4038-b404-de23e20d8a3a" providerId="ADAL" clId="{6C0E59ED-D716-49AF-B2FA-B94E7B8E5A8C}" dt="2026-10-05T04:15:43.044" v="352" actId="47"/>
        <pc:sldMkLst>
          <pc:docMk/>
          <pc:sldMk cId="0" sldId="316"/>
        </pc:sldMkLst>
      </pc:sldChg>
      <pc:sldChg chg="addSp modSp new mod ord">
        <pc:chgData name="202304239" userId="ab1adf7a-b8eb-4038-b404-de23e20d8a3a" providerId="ADAL" clId="{6C0E59ED-D716-49AF-B2FA-B94E7B8E5A8C}" dt="2026-10-05T05:14:34.606" v="687" actId="20577"/>
        <pc:sldMkLst>
          <pc:docMk/>
          <pc:sldMk cId="714849090" sldId="317"/>
        </pc:sldMkLst>
        <pc:spChg chg="mod">
          <ac:chgData name="202304239" userId="ab1adf7a-b8eb-4038-b404-de23e20d8a3a" providerId="ADAL" clId="{6C0E59ED-D716-49AF-B2FA-B94E7B8E5A8C}" dt="2026-10-05T04:09:31.106" v="295" actId="1076"/>
          <ac:spMkLst>
            <pc:docMk/>
            <pc:sldMk cId="714849090" sldId="317"/>
            <ac:spMk id="9" creationId="{00000000-0000-0000-0000-000000000000}"/>
          </ac:spMkLst>
        </pc:spChg>
        <pc:spChg chg="add mod">
          <ac:chgData name="202304239" userId="ab1adf7a-b8eb-4038-b404-de23e20d8a3a" providerId="ADAL" clId="{6C0E59ED-D716-49AF-B2FA-B94E7B8E5A8C}" dt="2026-10-05T04:16:45.835" v="354" actId="1076"/>
          <ac:spMkLst>
            <pc:docMk/>
            <pc:sldMk cId="714849090" sldId="317"/>
            <ac:spMk id="11" creationId="{54EEC75A-A1BF-4B87-31AF-F8D21C7F155D}"/>
          </ac:spMkLst>
        </pc:spChg>
        <pc:spChg chg="add mod">
          <ac:chgData name="202304239" userId="ab1adf7a-b8eb-4038-b404-de23e20d8a3a" providerId="ADAL" clId="{6C0E59ED-D716-49AF-B2FA-B94E7B8E5A8C}" dt="2026-10-05T04:19:25.041" v="509" actId="1076"/>
          <ac:spMkLst>
            <pc:docMk/>
            <pc:sldMk cId="714849090" sldId="317"/>
            <ac:spMk id="13" creationId="{E198F735-7ED1-C6E3-B5DD-7E35C7F9775E}"/>
          </ac:spMkLst>
        </pc:spChg>
        <pc:spChg chg="add mod">
          <ac:chgData name="202304239" userId="ab1adf7a-b8eb-4038-b404-de23e20d8a3a" providerId="ADAL" clId="{6C0E59ED-D716-49AF-B2FA-B94E7B8E5A8C}" dt="2026-10-05T04:19:25.041" v="509" actId="1076"/>
          <ac:spMkLst>
            <pc:docMk/>
            <pc:sldMk cId="714849090" sldId="317"/>
            <ac:spMk id="15" creationId="{23677353-82B3-89C2-CBEC-1909E56DA99B}"/>
          </ac:spMkLst>
        </pc:spChg>
        <pc:spChg chg="add mod">
          <ac:chgData name="202304239" userId="ab1adf7a-b8eb-4038-b404-de23e20d8a3a" providerId="ADAL" clId="{6C0E59ED-D716-49AF-B2FA-B94E7B8E5A8C}" dt="2026-10-05T04:19:25.041" v="509" actId="1076"/>
          <ac:spMkLst>
            <pc:docMk/>
            <pc:sldMk cId="714849090" sldId="317"/>
            <ac:spMk id="17" creationId="{DF60EA9B-3568-50AE-F318-5AEA0A94F1C2}"/>
          </ac:spMkLst>
        </pc:spChg>
        <pc:spChg chg="add mod">
          <ac:chgData name="202304239" userId="ab1adf7a-b8eb-4038-b404-de23e20d8a3a" providerId="ADAL" clId="{6C0E59ED-D716-49AF-B2FA-B94E7B8E5A8C}" dt="2026-10-05T05:10:29.441" v="578" actId="20577"/>
          <ac:spMkLst>
            <pc:docMk/>
            <pc:sldMk cId="714849090" sldId="317"/>
            <ac:spMk id="19" creationId="{6D1ECAA1-9C93-8B93-42E6-5DEB46F41128}"/>
          </ac:spMkLst>
        </pc:spChg>
        <pc:spChg chg="add mod">
          <ac:chgData name="202304239" userId="ab1adf7a-b8eb-4038-b404-de23e20d8a3a" providerId="ADAL" clId="{6C0E59ED-D716-49AF-B2FA-B94E7B8E5A8C}" dt="2026-10-05T05:14:34.606" v="687" actId="20577"/>
          <ac:spMkLst>
            <pc:docMk/>
            <pc:sldMk cId="714849090" sldId="317"/>
            <ac:spMk id="21" creationId="{88A0B93D-F931-0B83-FEA8-D265EBDE0153}"/>
          </ac:spMkLst>
        </pc:spChg>
        <pc:spChg chg="add mod">
          <ac:chgData name="202304239" userId="ab1adf7a-b8eb-4038-b404-de23e20d8a3a" providerId="ADAL" clId="{6C0E59ED-D716-49AF-B2FA-B94E7B8E5A8C}" dt="2026-10-05T05:14:19.840" v="667" actId="208"/>
          <ac:spMkLst>
            <pc:docMk/>
            <pc:sldMk cId="714849090" sldId="317"/>
            <ac:spMk id="22" creationId="{4090149A-27C3-A32F-1A55-9F13A204AF79}"/>
          </ac:spMkLst>
        </pc:spChg>
      </pc:sldChg>
      <pc:sldChg chg="modSp mod">
        <pc:chgData name="202304239" userId="ab1adf7a-b8eb-4038-b404-de23e20d8a3a" providerId="ADAL" clId="{6C0E59ED-D716-49AF-B2FA-B94E7B8E5A8C}" dt="2026-10-05T05:57:08.514" v="853" actId="20577"/>
        <pc:sldMkLst>
          <pc:docMk/>
          <pc:sldMk cId="0" sldId="318"/>
        </pc:sldMkLst>
        <pc:spChg chg="mod">
          <ac:chgData name="202304239" userId="ab1adf7a-b8eb-4038-b404-de23e20d8a3a" providerId="ADAL" clId="{6C0E59ED-D716-49AF-B2FA-B94E7B8E5A8C}" dt="2026-10-05T05:55:47.274" v="805" actId="404"/>
          <ac:spMkLst>
            <pc:docMk/>
            <pc:sldMk cId="0" sldId="318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57:08.514" v="853" actId="20577"/>
          <ac:spMkLst>
            <pc:docMk/>
            <pc:sldMk cId="0" sldId="318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FD46-9C41-4E77-8212-EE695A2FE528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7160C-44A9-423E-AA11-6BCE5A9F4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96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分・10 枚。1 枚 1 分。先週 (10/5) は 26 枚目まで説明し、教授から出た疑問に答えるのが前半。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図: 青＝本研究 (名目)、赤＝Totani Fig. 9 (NFW-ρ²)、緑＝何も無い空のクセ 1.2〜1.3 で割った値 (14〜15σ)。露出マップを公式の方法で作り直した結果 (results/mcmc_allbins_gasICS_v20t_irf)。Totani との比は 1.23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何も無い空: |b| &gt; 20°、既知の標的から 20° 以上、互いに 20° 以上離した 23 か所 (code/target_geometry.py make_control_fields)。解析は矮小銀河と同じ (code/apply_v20_method_targets.py、半径 10°、1° セル、公式の露出、Totani 方式の MCMC で最良値)。ハローの型紙は典型的な矮小銀河 (θs = 0.1°, 距離 100 kpc)。σ = √(2Δln L) をハローの符号で符号付け。207 個 = 23 か所 × ビン 2〜10。平均 +0.08、標準偏差 1.18。|σ|&gt;2: 実測 10.6% (+側 6.3%、−側 4.3%)、理論 4.6% (各 2.3%)。置き方を変えた 3 組を足して 92 か所: 20.8 GeV で 1.24 倍 (1.15〜1.32)。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69773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引く/割る: code/slides_1009/q1_calc.py。|σ|&gt;2 の割合 実測 10.6%、理論 4.6%、平均を引くと 10.1%、1.19 で割ると 4.8%。偽の空: 天の川の解析の『ハローなしの最良の予測』にポアソン乱数を足した地図 (code/mw_null_pseudo.py)。旧露出 300 枚 × 13 ビンで 0.89〜1.06、公式の露出 120 枚 × ビン 1〜6 で 0.87〜1.10 (20.8 GeV で 1.00)。何も無い空で 8 個の係数を合わせてよいか: 何も無い空にも背景の光 (遠い銀河・ガス・ICS・点源) はあるので、その係数は合わせる必要がある。ハローの係数も自由にする。最初から 0 と決めると『0 になるか』の試験にならないため。Fermi: McDaniel et al. 2024, PRD (arXiv:2311.04982)、更新 arXiv:2605.25586。高緯度の何も無い方向 6,500 か所で、信号が無いときの分布を実測。限界: 207 個では 3σ くらいまでしか確かめられない。17σ でも同じ倍率かは仮定。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998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results/targets_v20_totani_fixneg_irf の control_*_spectrum.json の f_other (ハローありの最良値) と f_halo。20.8 GeV: ガス中央値 1.12、点源 0.99、ハロー (光子換算) 中央値 −0.85、範囲 −6.4〜+11.7、負が 52%。ビン 2〜10 で ガス・ICS・点源が下限 0 に張り付いた件数は 0。ハローの係数が負になれるのは、あるか分からないものを探すので偏りを作らないため (Totani §2.3)。予測の光子数が負になる組は選ばない規則にしている。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code/degeneracy_check_v20t.py、results/degeneracy_check_v20t_irf/。似ている度＝各型紙を予測の平方根で割った (光子の数のゆらぎで重みをつけた) うえでの cos。ICS 0.89・ガス 0.85・等方 0.76・Loop I 0.67・バブル 0.53・点源 0.50。係数の相関: ICS −0.49・ガス −0.29・バブル −0.19。ハローを他の 8 成分の組み合わせで近似すると 83% まで再現できる (R² 0.83)。残りの 17% (主に横方向に中心へ集まる部分) がハロー固有で、そこから 17.6σ が出ている。縦方向 (緯度) の暗くなり方: ハロー 2.70 倍・ICS 2.60 倍 (ほぼ同じ)。横方向 (|b|=20〜40°、中心から 40°): ハロー 2.67 倍・ICS 1.18 倍 (違う)。バブルを外すと有意度が下がる (17.6→4.6σ) のは、ハローと ICS を見分ける手がかり (横方向に中心へ集まる部分) の 53% がバブル領域 (面積 35%) と重なるため。バブルの型紙がハローに似ているからではない。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McDaniel ほか (2024) PRD「Legacy analysis ... 14 years of Fermi-LAT data」(arXiv:2311.04982) と更新版 (arXiv:2605.25586): 15.9 年、2 GeV〜1 TeV、10°×10° の ROI、0.08° の画素、1 桁 8 ビン、背景は銀河の拡散放射・等方・4FGL-DR4 の天体と拡張源。尤度 ＝ 光子の尤度 × J の尤度 (J の誤差は測定値か、スケーリング則なら 0.6 dex)。何も無い空 6,500 方向で信号が無いときの分布を決める。古典的な Ackermann ほか (2015) PRL 115, 231301 も同じ型 (ROI 10°×10°、尤度を天体ごと・エネルギーごとに出してまとめる)。Totani (2025) は矮小銀河を解析していない (§4.3 で他の研究の上限と比べるだけ)。だから矮小銀河の部分は本研究の拡張。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Bertólez-Martínez, Hooper &amp; Khatee Zathul (2026), arXiv:2609.20944。文献ごとの J は書かれた誤差より大きくばらつく (非球対称・連星・前景の星など 8 つの原因)。Δlog10 J ≈ 0.5 (10^0.5 ≈ 3 倍) 以上の誤差を見込むべき。27 個まとめると、誤差を正しく入れても本物を除外する割合 21% (5% のはず)、本当の誤差を 0.3/0.5/1.0 大きくすると 31%/49%/88%。原因: J が上に振れた天体が上限を決めてしまう。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 ＝ Σ (予想 σ × 実測 σ) ÷ √Σ 予想 σ²。予想 σ は『天の川の超過が暗黒物質なら、その矮小銀河で何σ見えるはずか』で、天の川で測った明るさ × (矮小銀河の J ÷ 天の川の J) を、本番と同じ解析にかけて出した (Asimov データ、偽データで確認済み)。J の誤差なし: 期待 1.82、実測 0.42、ずれ 1.4σ。J の誤差 0.5 dex と測定の揺れ 1.19 を入れると 1.4σ。天の川側の密度の仮定 0.3〜0.6 GeV/cm³ で 0.7〜2.2σ。予想の 56% は Carina III、上位 3 天体 (Carina III・Segue 1・Willman 1) で 86%。どれも J が不確か。results/dwarf_consistency_v20t_irf/。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データ同化: 中村和幸 (2017) 数理解析研究所講究録 2057。システムノイズ (シミュレーションの誤差) と観測ノイズを分けて統計モデルに入れる。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+mj-lt"/>
                <a:ea typeface="+mj-ea"/>
              </a:rPr>
              <a:t>Totani (2025) の再現と、矮小銀河への拡張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+mn-lt"/>
                <a:ea typeface="+mn-ea"/>
              </a:rPr>
              <a:t>10/9 報告　先週の疑問への答えと、論文の考えを当てはめた結果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000">
                <a:latin typeface="+mj-lt"/>
                <a:ea typeface="+mj-ea"/>
              </a:rPr>
              <a:t>やってきたこと一覧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07239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altLang="en-US" sz="2800"/>
              <a:t>①</a:t>
            </a:r>
            <a:r>
              <a:rPr lang="ja-JP" altLang="en-US" sz="2800" b="0">
                <a:latin typeface="+mn-lt"/>
                <a:ea typeface="+mn-ea"/>
              </a:rPr>
              <a:t>前回の疑問点の解決</a:t>
            </a:r>
            <a:endParaRPr lang="en-US" altLang="ja-JP" sz="2800" b="0">
              <a:latin typeface="+mn-lt"/>
              <a:ea typeface="+mn-ea"/>
            </a:endParaRPr>
          </a:p>
          <a:p>
            <a:pPr lvl="0"/>
            <a:r>
              <a:rPr lang="en-US" sz="2800" b="1"/>
              <a:t>① 1.2〜1.3 は「引く」？「割る」？</a:t>
            </a:r>
            <a:endParaRPr lang="en-US" sz="2800"/>
          </a:p>
          <a:p>
            <a:pPr lvl="0"/>
            <a:r>
              <a:rPr lang="en-US" sz="2800" b="1"/>
              <a:t>② 何も無い空の分布はどこから来たのか</a:t>
            </a:r>
            <a:endParaRPr lang="en-US" sz="2800"/>
          </a:p>
          <a:p>
            <a:pPr lvl="0"/>
            <a:r>
              <a:rPr lang="en-US" sz="2800" b="1"/>
              <a:t>③ 何も無い空での係数</a:t>
            </a:r>
            <a:endParaRPr lang="en-US" sz="2800"/>
          </a:p>
          <a:p>
            <a:pPr lvl="0"/>
            <a:r>
              <a:rPr lang="en-US" sz="2800" b="1"/>
              <a:t>④ ICS とハローは本当に縮退しているのか</a:t>
            </a:r>
            <a:endParaRPr lang="en-US" sz="2800"/>
          </a:p>
          <a:p>
            <a:pPr lvl="0"/>
            <a:r>
              <a:rPr lang="en-US" sz="2800" b="1"/>
              <a:t>⑤ 矮小銀河の標準的な方法は何か</a:t>
            </a:r>
            <a:br>
              <a:rPr lang="en-US" sz="2800"/>
            </a:br>
            <a:endParaRPr lang="en-US" sz="2800"/>
          </a:p>
          <a:p>
            <a:pPr lvl="0"/>
            <a:r>
              <a:rPr lang="ja-JP" altLang="en-US" sz="2800" b="1"/>
              <a:t>②</a:t>
            </a:r>
            <a:r>
              <a:rPr lang="ja-JP" altLang="en-US" sz="2800" b="1">
                <a:latin typeface="+mn-lt"/>
                <a:ea typeface="+mn-ea"/>
              </a:rPr>
              <a:t>論文拡張</a:t>
            </a:r>
            <a:endParaRPr lang="ja-JP" sz="2800" b="1">
              <a:latin typeface="+mn-lt"/>
              <a:ea typeface="+mn-ea"/>
            </a:endParaRPr>
          </a:p>
          <a:p>
            <a:pPr>
              <a:spcAft>
                <a:spcPts val="500"/>
              </a:spcAft>
            </a:pPr>
            <a:r>
              <a:rPr lang="ja-JP" sz="2400" b="0">
                <a:latin typeface="+mn-lt"/>
                <a:ea typeface="+mn-ea"/>
              </a:rPr>
              <a:t>　　</a:t>
            </a:r>
            <a:endParaRPr lang="ja-JP" sz="1600" b="0">
              <a:latin typeface="+mn-lt"/>
              <a:ea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先週の疑問①②：何も無い空で試したこと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・目的：この計算が出す σ を信じてよいか確かめる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σ ＝ 「ハローを入れた方が光の地図によく合う」というもっともらしさ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ハローが無い場所なら σ ≈ 0 になるはず。本当にそうなるか見る（体重計に何も乗せず 0 を指すか見るのと同じ）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・やり方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① 天の川から離れ、既知の天体（矮小銀河など）から 20° 以上離れた空を 23 か所選んだ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② 各場所で半径 10° の範囲の光子を数えた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③ 背景 4 つ（等方・ガス・ICS・点源）＋ハローの型紙で、天の川と同じ MCMC で合わせた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④ ハローあり／なしの点数の差から σ を出した（9 つのエネルギーで、計 207 個）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・結果：σ は 0 のまわりに散らばるが、散らばりが計算の予想の 1.2 倍広い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±2σ を超えた場所：予想 4.6% → 実測 10.6%（プラス側もマイナス側も増えた）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・意味：何も無いのに大きな σ が出やすい ＝ この計算は σ を 1.2 倍大きめに出すクセがある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→ 本番の 17.6σ も、その分を割り引いて読む必要がある（÷1.2〜1.3 → 14〜15σ）</a:t>
            </a:r>
          </a:p>
        </p:txBody>
      </p:sp>
      <p:pic>
        <p:nvPicPr>
          <p:cNvPr id="4" name="Picture 3" descr="f1009_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86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先週の疑問①②：なぜ「割る」？　0 にするのではだめ？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・なぜ「引く」ではなく「割る」のか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「引く」が正しいのは、全部が同じ向きにずれたとき（体重計が全員 +2 kg 多く出る → 2 引けば直る）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実測は、平均がほぼ 0（+0.08）のまま、プラスにもマイナスにも広がった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0.08 引いても 10.6% → 10.1% でほぼ直らない。1.19 で割ると 4.8% で理論どおり（右の図）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・先生の案「パラメータを 0 にして試す」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これもやった：ハロー＝0 の偽の光子地図を作り、同じ計算 → 散らばりは 1.0 倍（予想どおり）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おかしい案ではない。ただし分かるのは「計算の道具は正しい」まで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偽の地図は型紙そのものから作るので、「型紙と本物の空のずれ」が入っていない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本物の空 1.2 倍 − 偽の空 1.0 倍 の差が、型紙のずれ（と見えない暗い天体）の分 → だから本物の空も要る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・専門家も同じことをしている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Fermi 望遠鏡のチーム自身の矮小銀河の論文（McDaniel ほか 2024）も、何も無い空 6,500 か所で同じ確認をしている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理由も同じ：「背景の型紙のずれや、見えない天体の影響は、計算だけでは分からない」</a:t>
            </a:r>
          </a:p>
        </p:txBody>
      </p:sp>
      <p:pic>
        <p:nvPicPr>
          <p:cNvPr id="4" name="Picture 3" descr="f1009_q1_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2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先週の疑問③：何も無い空で、係数は変になっていない？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・ガス：真ん中 1.1、点源：真ん中 1.0（どちらも予想どおりなら 1）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・ハロー：0 のまわりでプラス・マイナスがほぼ半々（光子 −6〜+12 個分）→ 片寄りなし</a:t>
            </a:r>
          </a:p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・0 に張り付いたり、とんでもない値になったものは無い（23 か所 × 13 ビン ＝ 299 件すべて確認）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・ICS だけ 0.2〜5 と幅が広い：狭い範囲では等方とほぼ同じ形で、分け方が決まらないため（ハローには効かない）</a:t>
            </a:r>
          </a:p>
        </p:txBody>
      </p:sp>
      <p:pic>
        <p:nvPicPr>
          <p:cNvPr id="4" name="Picture 3" descr="f1009_ctl_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9875520" cy="3385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先週の疑問④：ICS とハローは本当に似ている？ガスの方が似てない？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・「似ている度」を数字で測った（20.8 GeV、本番の解析と同じ見方）→ 一番似ているのは ICS、次がガス</a:t>
            </a:r>
          </a:p>
          <a:p>
            <a:pPr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・ハローを入れると ICS は 57% 減る（ガスは 16%）→ 一番取り合っているのは ICS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・地図で形が違って見えるのは、銀河面まで写しているから。解析で使う |b| ≥ 10° では、どちらも「中心から外へなだらかに暗くなる」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・横方向は違う（ICS は横に広い）→ 完全には区別できなくならず、ハローは 17.6σ で残る。バブルは似ていない（0.53）</a:t>
            </a:r>
          </a:p>
        </p:txBody>
      </p:sp>
      <p:pic>
        <p:nvPicPr>
          <p:cNvPr id="4" name="Picture 3" descr="f1009_de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520440"/>
            <a:ext cx="9509760" cy="3622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矮小銀河：このやり方で当てはめていいのか（標準の方法と比べる）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Fermi チームの標準（McDaniel ほか 2024・2026）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本研究（Totani の方法を当てはめた）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見る範囲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10° × 10°、0.08° の画素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半径 10°、1° のマス目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背景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Fermi 公式の背景モデル＋カタログの天体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GALPROP の型紙（Totani と同じ）＋カタログの天体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比べ方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尤度（光子の数え方の点数）。J の誤差も尤度に入れる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尤度（同じ）。J の誤差は後から入れた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σ の確かめ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6,500 か所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23 か所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・考え方（型紙の足し算 × 尤度）は同じ → Totani のやり方を当てはめるのは筋が通っている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・違いは「背景の型紙」と「何も無い空の数」→ 本研究は簡単な版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・次は、公式の背景モデルでもやり直し、何も無い空を増やして確かめる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論文の考え：J のずれを甘く見ると、本物を見落とす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1280160"/>
          </a:xfrm>
          <a:prstGeom prst="roundRect">
            <a:avLst/>
          </a:prstGeom>
          <a:solidFill>
            <a:srgbClr val="DDEBF7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表に書かれた J（星の動きからの推定）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371600"/>
            <a:ext cx="3840480" cy="1280160"/>
          </a:xfrm>
          <a:prstGeom prst="roundRect">
            <a:avLst/>
          </a:prstGeom>
          <a:solidFill>
            <a:srgbClr val="FFF2CC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本当の J</a:t>
            </a:r>
          </a:p>
        </p:txBody>
      </p:sp>
      <p:sp>
        <p:nvSpPr>
          <p:cNvPr id="5" name="Left-Right Arrow 4"/>
          <p:cNvSpPr/>
          <p:nvPr/>
        </p:nvSpPr>
        <p:spPr>
          <a:xfrm>
            <a:off x="4754880" y="1737360"/>
            <a:ext cx="2651760" cy="54864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・J ＝ その矮小銀河の暗黒物質の「量と近さ」。星の動きから推定するので、1/3〜3 倍くらいずれうる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・論文：答えが分かっている偽のデータで、解析が本物を見落とさないか試した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・ずれを甘く見ると、見落としが「5% のはず」→ 21〜88% に増える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「矮小銀河で見えない ＝ 暗黒物質ではない」とは、まだ言えない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自分の結果に当てはめると：判定できない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・43 個の矮小銀河の「光って見えた度」を、1 つの点数 T にまとめた（明るく見えるはずの銀河ほど重く数える）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・暗黒物質が無ければ T ≈ 0、天の川の光が暗黒物質なら T ≈ 1.8 のはず → 実測は 0.4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・論文の「J は 3 倍ずれうる」を入れると、「あれば」の予想は 1.4〜5.2 に広がる。ずれは 1.4σ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暗黒物質と矛盾はしないが、確かめることもできない</a:t>
            </a:r>
          </a:p>
        </p:txBody>
      </p:sp>
      <p:pic>
        <p:nvPicPr>
          <p:cNvPr id="4" name="Picture 3" descr="f1009_dwarf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749039"/>
            <a:ext cx="9144000" cy="284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課題と、次にやること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・型紙（GALPROP）が完璧ではない → σ が 1.2〜1.3 倍ふくらむ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　　シミュレーションの誤差を統計に入れる方法（データ同化）で扱いたい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・何も無い空を 23 → 数百か所に増やす（標準は 6,500 か所）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・矮小銀河を、Fermi 公式の背景モデルでもやり直す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・ICS の「空での形」のずれは、まだ否定できていない</a:t>
            </a:r>
          </a:p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・卒論では「再現できた。ただし型紙の誤差という限界がある」とまとめる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3225</Words>
  <Application>Microsoft Office PowerPoint</Application>
  <PresentationFormat>Widescreen</PresentationFormat>
  <Paragraphs>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Totani (2025) の再現と、矮小銀河への拡張</vt:lpstr>
      <vt:lpstr>やってきたこと一覧</vt:lpstr>
      <vt:lpstr>先週の疑問①②：何も無い空で試したこと</vt:lpstr>
      <vt:lpstr>先週の疑問①②：なぜ「割る」？　0 にするのではだめ？</vt:lpstr>
      <vt:lpstr>先週の疑問③：何も無い空で、係数は変になっていない？</vt:lpstr>
      <vt:lpstr>先週の疑問④：ICS とハローは本当に似ている？ガスの方が似てない？</vt:lpstr>
      <vt:lpstr>矮小銀河：このやり方で当てはめていいのか（標準の方法と比べる）</vt:lpstr>
      <vt:lpstr>論文の考え：J のずれを甘く見ると、本物を見落とす</vt:lpstr>
      <vt:lpstr>自分の結果に当てはめると：判定できない</vt:lpstr>
      <vt:lpstr>課題と、次にやること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2</cp:revision>
  <dcterms:created xsi:type="dcterms:W3CDTF">2026-10-01T06:55:31Z</dcterms:created>
  <dcterms:modified xsi:type="dcterms:W3CDTF">2026-10-06T06:07:35Z</dcterms:modified>
</cp:coreProperties>
</file>